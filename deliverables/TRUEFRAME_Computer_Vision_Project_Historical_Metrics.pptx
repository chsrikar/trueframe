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8eb7e6dbfd4521" /><Relationship Type="http://schemas.openxmlformats.org/officeDocument/2006/relationships/extended-properties" Target="/docProps/app.xml" Id="R64b0b1a7f71a4805" /><Relationship Type="http://schemas.openxmlformats.org/officeDocument/2006/relationships/officeDocument" Target="/ppt/presentation.xml" Id="R79ca730bf4d14db9" /></Relationships>
</file>

<file path=ppt/presentation.xml><?xml version="1.0" encoding="utf-8"?>
<p:presentation xmlns:p="http://schemas.openxmlformats.org/presentationml/2006/main">
  <p:sldMasterIdLst>
    <p:sldMasterId xmlns:r="http://schemas.openxmlformats.org/officeDocument/2006/relationships" id="2147483648" r:id="R64f2258a590a4ecd"/>
  </p:sldMasterIdLst>
  <p:notesMasterIdLst>
    <p:notesMasterId xmlns:r="http://schemas.openxmlformats.org/officeDocument/2006/relationships" r:id="Re79a01748a164f7d"/>
  </p:notesMasterIdLst>
  <p:sldIdLst>
    <p:sldId xmlns:r="http://schemas.openxmlformats.org/officeDocument/2006/relationships" id="256" r:id="R4c3a17ae580844c5"/>
    <p:sldId xmlns:r="http://schemas.openxmlformats.org/officeDocument/2006/relationships" id="257" r:id="Rf8ac5c03d14349ef"/>
    <p:sldId xmlns:r="http://schemas.openxmlformats.org/officeDocument/2006/relationships" id="258" r:id="R4e570bbc0e6b483a"/>
    <p:sldId xmlns:r="http://schemas.openxmlformats.org/officeDocument/2006/relationships" id="259" r:id="R76f8c0cc48824884"/>
    <p:sldId xmlns:r="http://schemas.openxmlformats.org/officeDocument/2006/relationships" id="260" r:id="Re34b90508db344cd"/>
    <p:sldId xmlns:r="http://schemas.openxmlformats.org/officeDocument/2006/relationships" id="261" r:id="R8c85dc6bd2e94e79"/>
    <p:sldId xmlns:r="http://schemas.openxmlformats.org/officeDocument/2006/relationships" id="262" r:id="R184ebc7d18204dc6"/>
    <p:sldId xmlns:r="http://schemas.openxmlformats.org/officeDocument/2006/relationships" id="263" r:id="R7bf4b1cdb2ff4a6b"/>
    <p:sldId xmlns:r="http://schemas.openxmlformats.org/officeDocument/2006/relationships" id="264" r:id="R053ee59dfd6a4266"/>
    <p:sldId xmlns:r="http://schemas.openxmlformats.org/officeDocument/2006/relationships" id="265" r:id="R82b0568de1344413"/>
    <p:sldId xmlns:r="http://schemas.openxmlformats.org/officeDocument/2006/relationships" id="266" r:id="R26b6d0c9b9774e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a5e71260944898" /><Relationship Type="http://schemas.openxmlformats.org/officeDocument/2006/relationships/slideMaster" Target="/ppt/slideMasters/slideMaster1.xml" Id="R64f2258a590a4ecd" /><Relationship Type="http://schemas.openxmlformats.org/officeDocument/2006/relationships/notesMaster" Target="/ppt/notesMasters/notesMaster1.xml" Id="Re79a01748a164f7d" /><Relationship Type="http://schemas.openxmlformats.org/officeDocument/2006/relationships/presProps" Target="/ppt/presProps.xml" Id="Rfeca2490a80c4dc6" /><Relationship Type="http://schemas.openxmlformats.org/officeDocument/2006/relationships/tableStyles" Target="/ppt/tableStyles.xml" Id="Rd3f3de60bfcf42ed" /><Relationship Type="http://schemas.openxmlformats.org/officeDocument/2006/relationships/slide" Target="/ppt/slides/slide1.xml" Id="R4c3a17ae580844c5" /><Relationship Type="http://schemas.openxmlformats.org/officeDocument/2006/relationships/slide" Target="/ppt/slides/slide2.xml" Id="Rf8ac5c03d14349ef" /><Relationship Type="http://schemas.openxmlformats.org/officeDocument/2006/relationships/slide" Target="/ppt/slides/slide3.xml" Id="R4e570bbc0e6b483a" /><Relationship Type="http://schemas.openxmlformats.org/officeDocument/2006/relationships/slide" Target="/ppt/slides/slide4.xml" Id="R76f8c0cc48824884" /><Relationship Type="http://schemas.openxmlformats.org/officeDocument/2006/relationships/slide" Target="/ppt/slides/slide5.xml" Id="Re34b90508db344cd" /><Relationship Type="http://schemas.openxmlformats.org/officeDocument/2006/relationships/slide" Target="/ppt/slides/slide6.xml" Id="R8c85dc6bd2e94e79" /><Relationship Type="http://schemas.openxmlformats.org/officeDocument/2006/relationships/slide" Target="/ppt/slides/slide7.xml" Id="R184ebc7d18204dc6" /><Relationship Type="http://schemas.openxmlformats.org/officeDocument/2006/relationships/slide" Target="/ppt/slides/slide8.xml" Id="R7bf4b1cdb2ff4a6b" /><Relationship Type="http://schemas.openxmlformats.org/officeDocument/2006/relationships/slide" Target="/ppt/slides/slide9.xml" Id="R053ee59dfd6a4266" /><Relationship Type="http://schemas.openxmlformats.org/officeDocument/2006/relationships/slide" Target="/ppt/slides/slide10.xml" Id="R82b0568de1344413" /><Relationship Type="http://schemas.openxmlformats.org/officeDocument/2006/relationships/slide" Target="/ppt/slides/slide11.xml" Id="R26b6d0c9b9774e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ba46abec3344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7769db44934292" /><Relationship Type="http://schemas.openxmlformats.org/officeDocument/2006/relationships/notesMaster" Target="/ppt/notesMasters/notesMaster1.xml" Id="R70c2bc39781346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a2169725504081" /><Relationship Type="http://schemas.openxmlformats.org/officeDocument/2006/relationships/notesMaster" Target="/ppt/notesMasters/notesMaster1.xml" Id="Rf6a0b0ac90504d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8d56f1035941d7" /><Relationship Type="http://schemas.openxmlformats.org/officeDocument/2006/relationships/notesMaster" Target="/ppt/notesMasters/notesMaster1.xml" Id="Rffdd77276d0b4c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09032f75f244ec" /><Relationship Type="http://schemas.openxmlformats.org/officeDocument/2006/relationships/notesMaster" Target="/ppt/notesMasters/notesMaster1.xml" Id="R46bb3653d92f47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18434c90f64bfc" /><Relationship Type="http://schemas.openxmlformats.org/officeDocument/2006/relationships/notesMaster" Target="/ppt/notesMasters/notesMaster1.xml" Id="R2e2e0954be9342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2b0097ddef4b49" /><Relationship Type="http://schemas.openxmlformats.org/officeDocument/2006/relationships/notesMaster" Target="/ppt/notesMasters/notesMaster1.xml" Id="R74f3fd062f3446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bce6e989624210" /><Relationship Type="http://schemas.openxmlformats.org/officeDocument/2006/relationships/notesMaster" Target="/ppt/notesMasters/notesMaster1.xml" Id="R48c7169141c34e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63f2559c88450a" /><Relationship Type="http://schemas.openxmlformats.org/officeDocument/2006/relationships/notesMaster" Target="/ppt/notesMasters/notesMaster1.xml" Id="Rc626b4a1b2b840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4d146c367b486e" /><Relationship Type="http://schemas.openxmlformats.org/officeDocument/2006/relationships/notesMaster" Target="/ppt/notesMasters/notesMaster1.xml" Id="Rf2638eedc5db42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9d6ca05ae745d5" /><Relationship Type="http://schemas.openxmlformats.org/officeDocument/2006/relationships/notesMaster" Target="/ppt/notesMasters/notesMaster1.xml" Id="R6fc3765c6a524c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e55f041cca49d3" /><Relationship Type="http://schemas.openxmlformats.org/officeDocument/2006/relationships/notesMaster" Target="/ppt/notesMasters/notesMaster1.xml" Id="R763c43ab297f4d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TRUEFRAME is a research prototype that classifies face images into two labels: genuine or AI-generated. This talk focuses on the implemented classification workflow, its connection to computer vision, and what the current demo can and cannot establish.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classification task: assign one label to a whole image. It does not locate manipulated regions, detect objects, or prove who created an image. Input dimensions and preprocessing follow the current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problem is deliberately narrow. The repository README states that manipulated/deepfake samples are not included, and the classifier does not detect/crop faces before classification. Therefore it should not be described as a general deepfake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Wang, Sheng-Yu et al., “CNN-Generated Images Are Surprisingly Easy to Spot... for Now,” CVPR 2020, https://openaccess.thecvf.com/content_CVPR_2020/html/Wang_CNN-Generated_Images_Are_Surprisingly_Easy_to_Spot..._for_Now_CVPR_2020_paper.html . Frank, Joel et al., “Leveraging Frequency Analysis for Deep Fake Image Recognition,” ICML 2020, https://proceedings.mlr.press/v119/frank20a.html . Tan, Mingxing and Quoc V. Le, “EfficientNet: Rethinking Model Scaling for Convolutional Neural Networks,” ICML 2019, https://proceedings.mlr.press/v97/tan19a.html . Explain findings are historical research context and not validation of this model on current image generators.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 the project to the course honestly: its clearest alignment is Module 3, with learned convolutional filters relating to Module 2. Module 1 is background, and Module 4 methods listed are future extensions rather than implemented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path and forensic side diagnostics are separate. Do not imply ELA, FFT or metadata are fused into the learned classifier prediction. Training code first freezes the backbone and trains the classifier; phase 2 unfreezes the top five feature blocks. Sources for Grad-CAM are cited on the terminology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Grad-CAM reference: Selvaraju et al., “Grad-CAM: Visual Explanations from Deep Networks via Gradient-based Localization,” ICCV 2017, https://arxiv.org/abs/1610.02391 . This is a visualization of score sensitivity/localization, not causal proof. EfficientNet reference is Tan &amp; Le (2019), cited on slide 4. Explain the softmax values are raw and uncalibrated in this project. ELA and FFT are hand-designed exploratory image summaries and can react to ordinary compression or image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facts: README and build_manifest.py describe CelebA-HQ and optional CASIA genuine photos, SFHQ-T2I synthetic faces, with synthetic generator-family split FLUX / SDXL / DALL-E in the full workflow. The current Colab demo output confirms 10 gimg and 7 aiimg examples, with identical 17 rows in train/validation/test. Do not conflate these protocols. Full workflow limitations: only one AI dataset family; real split does not establish identity disjointness.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outputs/metrics.json, run_status legacy_random_image_split_not_current_generator_holdout. Records accuracy 0.852, macro F1 0.850, ROC-AUC 0.912, test support 11,324. outputs/legacy_run_notice.md and outputs/model_card.md explicitly state these are historical results from an earlier random image-level split and must not be cited as current generator-generalization evidence. Calibration was not reported, so show N/A. These numbers do not belong to the current Colab 17-image replay checkpoint nor the current generator-held-out study. Do not call them the current model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stating the successful engineering deliverable and the scientific validation needed next. Future metrics should be measured on an independent test set with known labels. For extension work, consider comparing architectures and adding a face detector; object detection or segmentation would change the task and require new labels and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references: Wang et al. CVPR 2020, https://openaccess.thecvf.com/content_CVPR_2020/html/Wang_CNN-Generated_Images_Are_Surprisingly_Easy_to_Spot..._for_Now_CVPR_2020_paper.html . Frank et al. ICML 2020, https://proceedings.mlr.press/v119/frank20a.html . Tan &amp; Le ICML 2019, https://proceedings.mlr.press/v97/tan19a.html . Selvaraju et al. ICCV 2017, https://arxiv.org/abs/1610.02391 . Dataset/protocol statements are taken from the local project README and manifest builder.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40c57a36e54a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473adca5a346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86decb23fb4a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d7816011e74e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225d1697a34f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bb9faf6c0cc4b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3BE2E1-5624-4BCD-B54F-612537CF63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AE1D3A-BB31-490B-9102-A82BCB3926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A96986F-0945-4FDE-B7CF-722D611419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F50135-2A84-4E08-A33D-785B14ABE7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F8F0AAE-0DDC-4D45-8085-8EE7A13ADC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171ED5F-AC96-4933-B4C6-1F434DAA5A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74394B-113C-4AA4-9A51-D3D63D3D04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E7547B-8C1E-42C5-B150-417911AF10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D48783-F143-4617-96BF-F2B2543B02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3E3095-B450-4407-8F3C-19D7A683BD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68faec98084030" /><Relationship Type="http://schemas.openxmlformats.org/officeDocument/2006/relationships/slideLayout" Target="/ppt/slideLayouts/slideLayout1.xml" Id="R07e1bd6abe1742d4" /><Relationship Type="http://schemas.openxmlformats.org/officeDocument/2006/relationships/slideLayout" Target="/ppt/slideLayouts/slideLayout2.xml" Id="Rf5e14c4b9cd5427d" /><Relationship Type="http://schemas.openxmlformats.org/officeDocument/2006/relationships/slideLayout" Target="/ppt/slideLayouts/slideLayout3.xml" Id="Ra20a8a2f996e4236" /><Relationship Type="http://schemas.openxmlformats.org/officeDocument/2006/relationships/slideLayout" Target="/ppt/slideLayouts/slideLayout4.xml" Id="R53561fa584604a9f" /><Relationship Type="http://schemas.openxmlformats.org/officeDocument/2006/relationships/slideLayout" Target="/ppt/slideLayouts/slideLayout5.xml" Id="R6db4752c3ef64e00" /><Relationship Type="http://schemas.openxmlformats.org/officeDocument/2006/relationships/slideLayout" Target="/ppt/slideLayouts/slideLayout6.xml" Id="R9913f0752fd64e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e1bd6abe1742d4"/>
    <p:sldLayoutId xmlns:r="http://schemas.openxmlformats.org/officeDocument/2006/relationships" id="2147483650" r:id="Rf5e14c4b9cd5427d"/>
    <p:sldLayoutId xmlns:r="http://schemas.openxmlformats.org/officeDocument/2006/relationships" id="2147483651" r:id="Ra20a8a2f996e4236"/>
    <p:sldLayoutId xmlns:r="http://schemas.openxmlformats.org/officeDocument/2006/relationships" id="2147483652" r:id="R53561fa584604a9f"/>
    <p:sldLayoutId xmlns:r="http://schemas.openxmlformats.org/officeDocument/2006/relationships" id="2147483653" r:id="R6db4752c3ef64e00"/>
    <p:sldLayoutId xmlns:r="http://schemas.openxmlformats.org/officeDocument/2006/relationships" id="2147483654" r:id="R9913f0752fd64e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2a5c8d5fa848ce" /><Relationship Type="http://schemas.openxmlformats.org/officeDocument/2006/relationships/notesSlide" Target="/ppt/notesSlides/notesSlide1.xml" Id="Re423d532e49749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d59054d25a64d64" /><Relationship Type="http://schemas.openxmlformats.org/officeDocument/2006/relationships/notesSlide" Target="/ppt/notesSlides/notesSlide2.xml" Id="R54f69573d0d640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fba8157e6449fd" /><Relationship Type="http://schemas.openxmlformats.org/officeDocument/2006/relationships/notesSlide" Target="/ppt/notesSlides/notesSlide3.xml" Id="R50807cc4508e44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157091568ba4f8a" /><Relationship Type="http://schemas.openxmlformats.org/officeDocument/2006/relationships/notesSlide" Target="/ppt/notesSlides/notesSlide4.xml" Id="Rcabb83e843234f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bfbf13029d4c59" /><Relationship Type="http://schemas.openxmlformats.org/officeDocument/2006/relationships/notesSlide" Target="/ppt/notesSlides/notesSlide5.xml" Id="R8d85adc2a81f44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d5b6d5ba3c4be2" /><Relationship Type="http://schemas.openxmlformats.org/officeDocument/2006/relationships/notesSlide" Target="/ppt/notesSlides/notesSlide6.xml" Id="Rf5df3de3e22b47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e58279ef4df496c" /><Relationship Type="http://schemas.openxmlformats.org/officeDocument/2006/relationships/notesSlide" Target="/ppt/notesSlides/notesSlide7.xml" Id="R7f38918acca845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5e78b531cb4492b" /><Relationship Type="http://schemas.openxmlformats.org/officeDocument/2006/relationships/notesSlide" Target="/ppt/notesSlides/notesSlide8.xml" Id="R23cc57ec801941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bd011686c6c4e92" /><Relationship Type="http://schemas.openxmlformats.org/officeDocument/2006/relationships/notesSlide" Target="/ppt/notesSlides/notesSlide9.xml" Id="R47d8601b82be4d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4cd5450e674cab" /><Relationship Type="http://schemas.openxmlformats.org/officeDocument/2006/relationships/notesSlide" Target="/ppt/notesSlides/notesSlide10.xml" Id="Rba4580818b4242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717cf8544743ba" /><Relationship Type="http://schemas.openxmlformats.org/officeDocument/2006/relationships/notesSlide" Target="/ppt/notesSlides/notesSlide11.xml" Id="R5413a1c7a7724bd0"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2FAB95-19A4-48A8-A7FE-072A558B25FF}"/>
              </a:ext>
            </a:extLst>
          </p:cNvPr>
          <p:cNvSpPr>
            <a:spLocks xmlns:a="http://schemas.openxmlformats.org/drawingml/2006/main" noGrp="1"/>
          </p:cNvSpPr>
          <p:nvPr/>
        </p:nvSpPr>
        <p:spPr>
          <a:xfrm xmlns:a="http://schemas.openxmlformats.org/drawingml/2006/main">
            <a:off x="7477125" y="1009650"/>
            <a:ext cx="3810000" cy="4762500"/>
          </a:xfrm>
          <a:prstGeom xmlns:a="http://schemas.openxmlformats.org/drawingml/2006/main" prst="roundRect">
            <a:avLst>
              <a:gd name="adj" fmla="val 2000"/>
            </a:avLst>
          </a:prstGeom>
          <a:solidFill xmlns:a="http://schemas.openxmlformats.org/drawingml/2006/main">
            <a:srgbClr val="192630"/>
          </a:solidFill>
          <a:ln xmlns:a="http://schemas.openxmlformats.org/drawingml/2006/main" w="9525">
            <a:solidFill>
              <a:srgbClr val="40515B"/>
            </a:solidFill>
            <a:prstDash val="solid"/>
          </a:ln>
        </p:spPr>
      </p:sp>
      <p:sp>
        <p:nvSpPr>
          <p:cNvPr id="2" name="">
            <a:extLst xmlns:a="http://schemas.openxmlformats.org/drawingml/2006/main">
              <a:ext uri="{FF2B5EF4-FFF2-40B4-BE49-F238E27FC236}">
                <a16:creationId xmlns:a16="http://schemas.microsoft.com/office/drawing/2014/main" id="{0C3FCAE8-F32E-4CF3-9B4A-B1169BCAC41C}"/>
              </a:ext>
            </a:extLst>
          </p:cNvPr>
          <p:cNvSpPr>
            <a:spLocks xmlns:a="http://schemas.openxmlformats.org/drawingml/2006/main" noGrp="1"/>
          </p:cNvSpPr>
          <p:nvPr/>
        </p:nvSpPr>
        <p:spPr>
          <a:xfrm xmlns:a="http://schemas.openxmlformats.org/drawingml/2006/main">
            <a:off x="666750" y="952500"/>
            <a:ext cx="619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825" b="1">
                <a:solidFill>
                  <a:srgbClr val="43D9C3"/>
                </a:solidFill>
                <a:latin typeface="Arial"/>
                <a:ea typeface="Arial"/>
                <a:cs typeface="Arial"/>
              </a:defRPr>
            </a:defPPr>
            <a:lvl1pPr algn="l">
              <a:defRPr sz="3825" b="1">
                <a:solidFill>
                  <a:srgbClr val="43D9C3"/>
                </a:solidFill>
                <a:latin typeface="Arial"/>
                <a:ea typeface="Arial"/>
                <a:cs typeface="Arial"/>
              </a:defRPr>
            </a:lvl1pPr>
            <a:lvl2pPr algn="l">
              <a:defRPr sz="3825" b="1">
                <a:solidFill>
                  <a:srgbClr val="43D9C3"/>
                </a:solidFill>
                <a:latin typeface="Arial"/>
                <a:ea typeface="Arial"/>
                <a:cs typeface="Arial"/>
              </a:defRPr>
            </a:lvl2pPr>
            <a:lvl3pPr algn="l">
              <a:defRPr sz="3825" b="1">
                <a:solidFill>
                  <a:srgbClr val="43D9C3"/>
                </a:solidFill>
                <a:latin typeface="Arial"/>
                <a:ea typeface="Arial"/>
                <a:cs typeface="Arial"/>
              </a:defRPr>
            </a:lvl3pPr>
            <a:lvl4pPr algn="l">
              <a:defRPr sz="3825" b="1">
                <a:solidFill>
                  <a:srgbClr val="43D9C3"/>
                </a:solidFill>
                <a:latin typeface="Arial"/>
                <a:ea typeface="Arial"/>
                <a:cs typeface="Arial"/>
              </a:defRPr>
            </a:lvl4pPr>
            <a:lvl5pPr algn="l">
              <a:defRPr sz="3825" b="1">
                <a:solidFill>
                  <a:srgbClr val="43D9C3"/>
                </a:solidFill>
                <a:latin typeface="Arial"/>
                <a:ea typeface="Arial"/>
                <a:cs typeface="Arial"/>
              </a:defRPr>
            </a:lvl5pPr>
            <a:lvl6pPr algn="l">
              <a:defRPr sz="3825" b="1">
                <a:solidFill>
                  <a:srgbClr val="43D9C3"/>
                </a:solidFill>
                <a:latin typeface="Arial"/>
                <a:ea typeface="Arial"/>
                <a:cs typeface="Arial"/>
              </a:defRPr>
            </a:lvl6pPr>
            <a:lvl7pPr algn="l">
              <a:defRPr sz="3825" b="1">
                <a:solidFill>
                  <a:srgbClr val="43D9C3"/>
                </a:solidFill>
                <a:latin typeface="Arial"/>
                <a:ea typeface="Arial"/>
                <a:cs typeface="Arial"/>
              </a:defRPr>
            </a:lvl7pPr>
            <a:lvl8pPr algn="l">
              <a:defRPr sz="3825" b="1">
                <a:solidFill>
                  <a:srgbClr val="43D9C3"/>
                </a:solidFill>
                <a:latin typeface="Arial"/>
                <a:ea typeface="Arial"/>
                <a:cs typeface="Arial"/>
              </a:defRPr>
            </a:lvl8pPr>
            <a:lvl9pPr algn="l">
              <a:defRPr sz="3825" b="1">
                <a:solidFill>
                  <a:srgbClr val="43D9C3"/>
                </a:solidFill>
                <a:latin typeface="Arial"/>
                <a:ea typeface="Arial"/>
                <a:cs typeface="Arial"/>
              </a:defRPr>
            </a:lvl9pPr>
          </a:lstStyle>
          <a:p xmlns:a="http://schemas.openxmlformats.org/drawingml/2006/main">
            <a:pPr algn="l">
              <a:defRPr sz="3825" b="1">
                <a:solidFill>
                  <a:srgbClr val="43D9C3"/>
                </a:solidFill>
                <a:latin typeface="Arial"/>
                <a:ea typeface="Arial"/>
                <a:cs typeface="Arial"/>
              </a:defRPr>
            </a:pPr>
            <a:r>
              <a:rPr sz="3825" b="1">
                <a:solidFill>
                  <a:srgbClr val="43D9C3"/>
                </a:solidFill>
                <a:latin typeface="Arial"/>
                <a:ea typeface="Arial"/>
                <a:cs typeface="Arial"/>
              </a:rPr>
              <a:t>TRUEFRAME</a:t>
            </a:r>
          </a:p>
        </p:txBody>
      </p:sp>
      <p:sp>
        <p:nvSpPr>
          <p:cNvPr id="3" name="">
            <a:extLst xmlns:a="http://schemas.openxmlformats.org/drawingml/2006/main">
              <a:ext uri="{FF2B5EF4-FFF2-40B4-BE49-F238E27FC236}">
                <a16:creationId xmlns:a16="http://schemas.microsoft.com/office/drawing/2014/main" id="{BB644E99-16AE-4208-9F7A-B11599065DE8}"/>
              </a:ext>
            </a:extLst>
          </p:cNvPr>
          <p:cNvSpPr>
            <a:spLocks xmlns:a="http://schemas.openxmlformats.org/drawingml/2006/main" noGrp="1"/>
          </p:cNvSpPr>
          <p:nvPr/>
        </p:nvSpPr>
        <p:spPr>
          <a:xfrm xmlns:a="http://schemas.openxmlformats.org/drawingml/2006/main">
            <a:off x="666750" y="1828800"/>
            <a:ext cx="61912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3F5F6"/>
                </a:solidFill>
                <a:latin typeface="Arial"/>
                <a:ea typeface="Arial"/>
                <a:cs typeface="Arial"/>
              </a:defRPr>
            </a:defPPr>
            <a:lvl1pPr algn="l">
              <a:defRPr sz="2850" b="1">
                <a:solidFill>
                  <a:srgbClr val="F3F5F6"/>
                </a:solidFill>
                <a:latin typeface="Arial"/>
                <a:ea typeface="Arial"/>
                <a:cs typeface="Arial"/>
              </a:defRPr>
            </a:lvl1pPr>
            <a:lvl2pPr algn="l">
              <a:defRPr sz="2850" b="1">
                <a:solidFill>
                  <a:srgbClr val="F3F5F6"/>
                </a:solidFill>
                <a:latin typeface="Arial"/>
                <a:ea typeface="Arial"/>
                <a:cs typeface="Arial"/>
              </a:defRPr>
            </a:lvl2pPr>
            <a:lvl3pPr algn="l">
              <a:defRPr sz="2850" b="1">
                <a:solidFill>
                  <a:srgbClr val="F3F5F6"/>
                </a:solidFill>
                <a:latin typeface="Arial"/>
                <a:ea typeface="Arial"/>
                <a:cs typeface="Arial"/>
              </a:defRPr>
            </a:lvl3pPr>
            <a:lvl4pPr algn="l">
              <a:defRPr sz="2850" b="1">
                <a:solidFill>
                  <a:srgbClr val="F3F5F6"/>
                </a:solidFill>
                <a:latin typeface="Arial"/>
                <a:ea typeface="Arial"/>
                <a:cs typeface="Arial"/>
              </a:defRPr>
            </a:lvl4pPr>
            <a:lvl5pPr algn="l">
              <a:defRPr sz="2850" b="1">
                <a:solidFill>
                  <a:srgbClr val="F3F5F6"/>
                </a:solidFill>
                <a:latin typeface="Arial"/>
                <a:ea typeface="Arial"/>
                <a:cs typeface="Arial"/>
              </a:defRPr>
            </a:lvl5pPr>
            <a:lvl6pPr algn="l">
              <a:defRPr sz="2850" b="1">
                <a:solidFill>
                  <a:srgbClr val="F3F5F6"/>
                </a:solidFill>
                <a:latin typeface="Arial"/>
                <a:ea typeface="Arial"/>
                <a:cs typeface="Arial"/>
              </a:defRPr>
            </a:lvl6pPr>
            <a:lvl7pPr algn="l">
              <a:defRPr sz="2850" b="1">
                <a:solidFill>
                  <a:srgbClr val="F3F5F6"/>
                </a:solidFill>
                <a:latin typeface="Arial"/>
                <a:ea typeface="Arial"/>
                <a:cs typeface="Arial"/>
              </a:defRPr>
            </a:lvl7pPr>
            <a:lvl8pPr algn="l">
              <a:defRPr sz="2850" b="1">
                <a:solidFill>
                  <a:srgbClr val="F3F5F6"/>
                </a:solidFill>
                <a:latin typeface="Arial"/>
                <a:ea typeface="Arial"/>
                <a:cs typeface="Arial"/>
              </a:defRPr>
            </a:lvl8pPr>
            <a:lvl9pPr algn="l">
              <a:defRPr sz="2850" b="1">
                <a:solidFill>
                  <a:srgbClr val="F3F5F6"/>
                </a:solidFill>
                <a:latin typeface="Arial"/>
                <a:ea typeface="Arial"/>
                <a:cs typeface="Arial"/>
              </a:defRPr>
            </a:lvl9pPr>
          </a:lstStyle>
          <a:p xmlns:a="http://schemas.openxmlformats.org/drawingml/2006/main">
            <a:pPr algn="l">
              <a:defRPr sz="2850" b="1">
                <a:solidFill>
                  <a:srgbClr val="F3F5F6"/>
                </a:solidFill>
                <a:latin typeface="Arial"/>
                <a:ea typeface="Arial"/>
                <a:cs typeface="Arial"/>
              </a:defRPr>
            </a:pPr>
            <a:r>
              <a:rPr sz="2850" b="1">
                <a:solidFill>
                  <a:srgbClr val="F3F5F6"/>
                </a:solidFill>
                <a:latin typeface="Arial"/>
                <a:ea typeface="Arial"/>
                <a:cs typeface="Arial"/>
              </a:rPr>
              <a:t>AI-generated face-image</a:t>
            </a:r>
          </a:p>
          <a:p xmlns:a="http://schemas.openxmlformats.org/drawingml/2006/main">
            <a:pPr algn="l">
              <a:defRPr sz="2850" b="1">
                <a:solidFill>
                  <a:srgbClr val="F3F5F6"/>
                </a:solidFill>
                <a:latin typeface="Arial"/>
                <a:ea typeface="Arial"/>
                <a:cs typeface="Arial"/>
              </a:defRPr>
            </a:pPr>
            <a:r>
              <a:rPr sz="2850" b="1">
                <a:solidFill>
                  <a:srgbClr val="F3F5F6"/>
                </a:solidFill>
                <a:latin typeface="Arial"/>
                <a:ea typeface="Arial"/>
                <a:cs typeface="Arial"/>
              </a:rPr>
              <a:t>classification</a:t>
            </a:r>
          </a:p>
        </p:txBody>
      </p:sp>
      <p:sp>
        <p:nvSpPr>
          <p:cNvPr id="4" name="">
            <a:extLst xmlns:a="http://schemas.openxmlformats.org/drawingml/2006/main">
              <a:ext uri="{FF2B5EF4-FFF2-40B4-BE49-F238E27FC236}">
                <a16:creationId xmlns:a16="http://schemas.microsoft.com/office/drawing/2014/main" id="{00F538BF-DA94-4EFB-848B-228BE0F55B50}"/>
              </a:ext>
            </a:extLst>
          </p:cNvPr>
          <p:cNvSpPr>
            <a:spLocks xmlns:a="http://schemas.openxmlformats.org/drawingml/2006/main" noGrp="1"/>
          </p:cNvSpPr>
          <p:nvPr/>
        </p:nvSpPr>
        <p:spPr>
          <a:xfrm xmlns:a="http://schemas.openxmlformats.org/drawingml/2006/main">
            <a:off x="685800" y="3524250"/>
            <a:ext cx="571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B7C4CA"/>
                </a:solidFill>
                <a:latin typeface="Arial"/>
                <a:ea typeface="Arial"/>
                <a:cs typeface="Arial"/>
              </a:defRPr>
            </a:defPPr>
            <a:lvl1pPr algn="l">
              <a:defRPr sz="1650" b="0">
                <a:solidFill>
                  <a:srgbClr val="B7C4CA"/>
                </a:solidFill>
                <a:latin typeface="Arial"/>
                <a:ea typeface="Arial"/>
                <a:cs typeface="Arial"/>
              </a:defRPr>
            </a:lvl1pPr>
            <a:lvl2pPr algn="l">
              <a:defRPr sz="1650" b="0">
                <a:solidFill>
                  <a:srgbClr val="B7C4CA"/>
                </a:solidFill>
                <a:latin typeface="Arial"/>
                <a:ea typeface="Arial"/>
                <a:cs typeface="Arial"/>
              </a:defRPr>
            </a:lvl2pPr>
            <a:lvl3pPr algn="l">
              <a:defRPr sz="1650" b="0">
                <a:solidFill>
                  <a:srgbClr val="B7C4CA"/>
                </a:solidFill>
                <a:latin typeface="Arial"/>
                <a:ea typeface="Arial"/>
                <a:cs typeface="Arial"/>
              </a:defRPr>
            </a:lvl3pPr>
            <a:lvl4pPr algn="l">
              <a:defRPr sz="1650" b="0">
                <a:solidFill>
                  <a:srgbClr val="B7C4CA"/>
                </a:solidFill>
                <a:latin typeface="Arial"/>
                <a:ea typeface="Arial"/>
                <a:cs typeface="Arial"/>
              </a:defRPr>
            </a:lvl4pPr>
            <a:lvl5pPr algn="l">
              <a:defRPr sz="1650" b="0">
                <a:solidFill>
                  <a:srgbClr val="B7C4CA"/>
                </a:solidFill>
                <a:latin typeface="Arial"/>
                <a:ea typeface="Arial"/>
                <a:cs typeface="Arial"/>
              </a:defRPr>
            </a:lvl5pPr>
            <a:lvl6pPr algn="l">
              <a:defRPr sz="1650" b="0">
                <a:solidFill>
                  <a:srgbClr val="B7C4CA"/>
                </a:solidFill>
                <a:latin typeface="Arial"/>
                <a:ea typeface="Arial"/>
                <a:cs typeface="Arial"/>
              </a:defRPr>
            </a:lvl6pPr>
            <a:lvl7pPr algn="l">
              <a:defRPr sz="1650" b="0">
                <a:solidFill>
                  <a:srgbClr val="B7C4CA"/>
                </a:solidFill>
                <a:latin typeface="Arial"/>
                <a:ea typeface="Arial"/>
                <a:cs typeface="Arial"/>
              </a:defRPr>
            </a:lvl7pPr>
            <a:lvl8pPr algn="l">
              <a:defRPr sz="1650" b="0">
                <a:solidFill>
                  <a:srgbClr val="B7C4CA"/>
                </a:solidFill>
                <a:latin typeface="Arial"/>
                <a:ea typeface="Arial"/>
                <a:cs typeface="Arial"/>
              </a:defRPr>
            </a:lvl8pPr>
            <a:lvl9pPr algn="l">
              <a:defRPr sz="1650" b="0">
                <a:solidFill>
                  <a:srgbClr val="B7C4CA"/>
                </a:solidFill>
                <a:latin typeface="Arial"/>
                <a:ea typeface="Arial"/>
                <a:cs typeface="Arial"/>
              </a:defRPr>
            </a:lvl9pPr>
          </a:lstStyle>
          <a:p xmlns:a="http://schemas.openxmlformats.org/drawingml/2006/main">
            <a:pPr algn="l">
              <a:defRPr sz="1650" b="0">
                <a:solidFill>
                  <a:srgbClr val="B7C4CA"/>
                </a:solidFill>
                <a:latin typeface="Arial"/>
                <a:ea typeface="Arial"/>
                <a:cs typeface="Arial"/>
              </a:defRPr>
            </a:pPr>
            <a:r>
              <a:rPr sz="1650" b="0">
                <a:solidFill>
                  <a:srgbClr val="B7C4CA"/>
                </a:solidFill>
                <a:latin typeface="Arial"/>
                <a:ea typeface="Arial"/>
                <a:cs typeface="Arial"/>
              </a:rPr>
              <a:t>A computer vision course project using supervised learning, CNN features and transfer learning.</a:t>
            </a:r>
          </a:p>
        </p:txBody>
      </p:sp>
      <p:sp>
        <p:nvSpPr>
          <p:cNvPr id="5" name="">
            <a:extLst xmlns:a="http://schemas.openxmlformats.org/drawingml/2006/main">
              <a:ext uri="{FF2B5EF4-FFF2-40B4-BE49-F238E27FC236}">
                <a16:creationId xmlns:a16="http://schemas.microsoft.com/office/drawing/2014/main" id="{BFB49F58-6201-472E-AF41-30EA9519FF2C}"/>
              </a:ext>
            </a:extLst>
          </p:cNvPr>
          <p:cNvSpPr>
            <a:spLocks xmlns:a="http://schemas.openxmlformats.org/drawingml/2006/main" noGrp="1"/>
          </p:cNvSpPr>
          <p:nvPr/>
        </p:nvSpPr>
        <p:spPr>
          <a:xfrm xmlns:a="http://schemas.openxmlformats.org/drawingml/2006/main">
            <a:off x="7905750" y="1476375"/>
            <a:ext cx="2952750" cy="990600"/>
          </a:xfrm>
          <a:prstGeom xmlns:a="http://schemas.openxmlformats.org/drawingml/2006/main" prst="roundRect">
            <a:avLst>
              <a:gd name="adj" fmla="val 7692"/>
            </a:avLst>
          </a:prstGeom>
          <a:solidFill xmlns:a="http://schemas.openxmlformats.org/drawingml/2006/main">
            <a:srgbClr val="223440"/>
          </a:solidFill>
          <a:ln xmlns:a="http://schemas.openxmlformats.org/drawingml/2006/main" w="9525">
            <a:solidFill>
              <a:srgbClr val="40515B"/>
            </a:solidFill>
            <a:prstDash val="solid"/>
          </a:ln>
        </p:spPr>
      </p:sp>
      <p:sp>
        <p:nvSpPr>
          <p:cNvPr id="6" name="">
            <a:extLst xmlns:a="http://schemas.openxmlformats.org/drawingml/2006/main">
              <a:ext uri="{FF2B5EF4-FFF2-40B4-BE49-F238E27FC236}">
                <a16:creationId xmlns:a16="http://schemas.microsoft.com/office/drawing/2014/main" id="{94A97778-9B2C-49BB-AF3C-37977D0135ED}"/>
              </a:ext>
            </a:extLst>
          </p:cNvPr>
          <p:cNvSpPr>
            <a:spLocks xmlns:a="http://schemas.openxmlformats.org/drawingml/2006/main" noGrp="1"/>
          </p:cNvSpPr>
          <p:nvPr/>
        </p:nvSpPr>
        <p:spPr>
          <a:xfrm xmlns:a="http://schemas.openxmlformats.org/drawingml/2006/main">
            <a:off x="8096250" y="1685925"/>
            <a:ext cx="104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F3F5F6"/>
                </a:solidFill>
                <a:latin typeface="Arial"/>
                <a:ea typeface="Arial"/>
                <a:cs typeface="Arial"/>
              </a:defRPr>
            </a:defPPr>
            <a:lvl1pPr algn="ctr">
              <a:defRPr sz="1350" b="1">
                <a:solidFill>
                  <a:srgbClr val="F3F5F6"/>
                </a:solidFill>
                <a:latin typeface="Arial"/>
                <a:ea typeface="Arial"/>
                <a:cs typeface="Arial"/>
              </a:defRPr>
            </a:lvl1pPr>
            <a:lvl2pPr algn="ctr">
              <a:defRPr sz="1350" b="1">
                <a:solidFill>
                  <a:srgbClr val="F3F5F6"/>
                </a:solidFill>
                <a:latin typeface="Arial"/>
                <a:ea typeface="Arial"/>
                <a:cs typeface="Arial"/>
              </a:defRPr>
            </a:lvl2pPr>
            <a:lvl3pPr algn="ctr">
              <a:defRPr sz="1350" b="1">
                <a:solidFill>
                  <a:srgbClr val="F3F5F6"/>
                </a:solidFill>
                <a:latin typeface="Arial"/>
                <a:ea typeface="Arial"/>
                <a:cs typeface="Arial"/>
              </a:defRPr>
            </a:lvl3pPr>
            <a:lvl4pPr algn="ctr">
              <a:defRPr sz="1350" b="1">
                <a:solidFill>
                  <a:srgbClr val="F3F5F6"/>
                </a:solidFill>
                <a:latin typeface="Arial"/>
                <a:ea typeface="Arial"/>
                <a:cs typeface="Arial"/>
              </a:defRPr>
            </a:lvl4pPr>
            <a:lvl5pPr algn="ctr">
              <a:defRPr sz="1350" b="1">
                <a:solidFill>
                  <a:srgbClr val="F3F5F6"/>
                </a:solidFill>
                <a:latin typeface="Arial"/>
                <a:ea typeface="Arial"/>
                <a:cs typeface="Arial"/>
              </a:defRPr>
            </a:lvl5pPr>
            <a:lvl6pPr algn="ctr">
              <a:defRPr sz="1350" b="1">
                <a:solidFill>
                  <a:srgbClr val="F3F5F6"/>
                </a:solidFill>
                <a:latin typeface="Arial"/>
                <a:ea typeface="Arial"/>
                <a:cs typeface="Arial"/>
              </a:defRPr>
            </a:lvl6pPr>
            <a:lvl7pPr algn="ctr">
              <a:defRPr sz="1350" b="1">
                <a:solidFill>
                  <a:srgbClr val="F3F5F6"/>
                </a:solidFill>
                <a:latin typeface="Arial"/>
                <a:ea typeface="Arial"/>
                <a:cs typeface="Arial"/>
              </a:defRPr>
            </a:lvl7pPr>
            <a:lvl8pPr algn="ctr">
              <a:defRPr sz="1350" b="1">
                <a:solidFill>
                  <a:srgbClr val="F3F5F6"/>
                </a:solidFill>
                <a:latin typeface="Arial"/>
                <a:ea typeface="Arial"/>
                <a:cs typeface="Arial"/>
              </a:defRPr>
            </a:lvl8pPr>
            <a:lvl9pPr algn="ctr">
              <a:defRPr sz="1350" b="1">
                <a:solidFill>
                  <a:srgbClr val="F3F5F6"/>
                </a:solidFill>
                <a:latin typeface="Arial"/>
                <a:ea typeface="Arial"/>
                <a:cs typeface="Arial"/>
              </a:defRPr>
            </a:lvl9pPr>
          </a:lstStyle>
          <a:p xmlns:a="http://schemas.openxmlformats.org/drawingml/2006/main">
            <a:pPr algn="ctr">
              <a:defRPr sz="1350" b="1">
                <a:solidFill>
                  <a:srgbClr val="F3F5F6"/>
                </a:solidFill>
                <a:latin typeface="Arial"/>
                <a:ea typeface="Arial"/>
                <a:cs typeface="Arial"/>
              </a:defRPr>
            </a:pPr>
            <a:r>
              <a:rPr sz="1350" b="1">
                <a:solidFill>
                  <a:srgbClr val="F3F5F6"/>
                </a:solidFill>
                <a:latin typeface="Arial"/>
                <a:ea typeface="Arial"/>
                <a:cs typeface="Arial"/>
              </a:rPr>
              <a:t>IMAGE</a:t>
            </a:r>
          </a:p>
        </p:txBody>
      </p:sp>
      <p:sp>
        <p:nvSpPr>
          <p:cNvPr id="7" name="">
            <a:extLst xmlns:a="http://schemas.openxmlformats.org/drawingml/2006/main">
              <a:ext uri="{FF2B5EF4-FFF2-40B4-BE49-F238E27FC236}">
                <a16:creationId xmlns:a16="http://schemas.microsoft.com/office/drawing/2014/main" id="{F17FBA4B-240F-4E91-AA05-356EB3C38AEE}"/>
              </a:ext>
            </a:extLst>
          </p:cNvPr>
          <p:cNvSpPr>
            <a:spLocks xmlns:a="http://schemas.openxmlformats.org/drawingml/2006/main" noGrp="1"/>
          </p:cNvSpPr>
          <p:nvPr/>
        </p:nvSpPr>
        <p:spPr>
          <a:xfrm xmlns:a="http://schemas.openxmlformats.org/drawingml/2006/main">
            <a:off x="9191625" y="1657350"/>
            <a:ext cx="41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75" b="1">
                <a:solidFill>
                  <a:srgbClr val="FFB454"/>
                </a:solidFill>
                <a:latin typeface="Arial"/>
                <a:ea typeface="Arial"/>
                <a:cs typeface="Arial"/>
              </a:defRPr>
            </a:defPPr>
            <a:lvl1pPr algn="ctr">
              <a:defRPr sz="2175" b="1">
                <a:solidFill>
                  <a:srgbClr val="FFB454"/>
                </a:solidFill>
                <a:latin typeface="Arial"/>
                <a:ea typeface="Arial"/>
                <a:cs typeface="Arial"/>
              </a:defRPr>
            </a:lvl1pPr>
            <a:lvl2pPr algn="ctr">
              <a:defRPr sz="2175" b="1">
                <a:solidFill>
                  <a:srgbClr val="FFB454"/>
                </a:solidFill>
                <a:latin typeface="Arial"/>
                <a:ea typeface="Arial"/>
                <a:cs typeface="Arial"/>
              </a:defRPr>
            </a:lvl2pPr>
            <a:lvl3pPr algn="ctr">
              <a:defRPr sz="2175" b="1">
                <a:solidFill>
                  <a:srgbClr val="FFB454"/>
                </a:solidFill>
                <a:latin typeface="Arial"/>
                <a:ea typeface="Arial"/>
                <a:cs typeface="Arial"/>
              </a:defRPr>
            </a:lvl3pPr>
            <a:lvl4pPr algn="ctr">
              <a:defRPr sz="2175" b="1">
                <a:solidFill>
                  <a:srgbClr val="FFB454"/>
                </a:solidFill>
                <a:latin typeface="Arial"/>
                <a:ea typeface="Arial"/>
                <a:cs typeface="Arial"/>
              </a:defRPr>
            </a:lvl4pPr>
            <a:lvl5pPr algn="ctr">
              <a:defRPr sz="2175" b="1">
                <a:solidFill>
                  <a:srgbClr val="FFB454"/>
                </a:solidFill>
                <a:latin typeface="Arial"/>
                <a:ea typeface="Arial"/>
                <a:cs typeface="Arial"/>
              </a:defRPr>
            </a:lvl5pPr>
            <a:lvl6pPr algn="ctr">
              <a:defRPr sz="2175" b="1">
                <a:solidFill>
                  <a:srgbClr val="FFB454"/>
                </a:solidFill>
                <a:latin typeface="Arial"/>
                <a:ea typeface="Arial"/>
                <a:cs typeface="Arial"/>
              </a:defRPr>
            </a:lvl6pPr>
            <a:lvl7pPr algn="ctr">
              <a:defRPr sz="2175" b="1">
                <a:solidFill>
                  <a:srgbClr val="FFB454"/>
                </a:solidFill>
                <a:latin typeface="Arial"/>
                <a:ea typeface="Arial"/>
                <a:cs typeface="Arial"/>
              </a:defRPr>
            </a:lvl7pPr>
            <a:lvl8pPr algn="ctr">
              <a:defRPr sz="2175" b="1">
                <a:solidFill>
                  <a:srgbClr val="FFB454"/>
                </a:solidFill>
                <a:latin typeface="Arial"/>
                <a:ea typeface="Arial"/>
                <a:cs typeface="Arial"/>
              </a:defRPr>
            </a:lvl8pPr>
            <a:lvl9pPr algn="ctr">
              <a:defRPr sz="2175" b="1">
                <a:solidFill>
                  <a:srgbClr val="FFB454"/>
                </a:solidFill>
                <a:latin typeface="Arial"/>
                <a:ea typeface="Arial"/>
                <a:cs typeface="Arial"/>
              </a:defRPr>
            </a:lvl9pPr>
          </a:lstStyle>
          <a:p xmlns:a="http://schemas.openxmlformats.org/drawingml/2006/main">
            <a:pPr algn="ctr">
              <a:defRPr sz="2175" b="1">
                <a:solidFill>
                  <a:srgbClr val="FFB454"/>
                </a:solidFill>
                <a:latin typeface="Arial"/>
                <a:ea typeface="Arial"/>
                <a:cs typeface="Arial"/>
              </a:defRPr>
            </a:pPr>
            <a:r>
              <a:rPr sz="2175" b="1">
                <a:solidFill>
                  <a:srgbClr val="FFB454"/>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321C9941-571A-4477-BC43-09218DBB6E20}"/>
              </a:ext>
            </a:extLst>
          </p:cNvPr>
          <p:cNvSpPr>
            <a:spLocks xmlns:a="http://schemas.openxmlformats.org/drawingml/2006/main" noGrp="1"/>
          </p:cNvSpPr>
          <p:nvPr/>
        </p:nvSpPr>
        <p:spPr>
          <a:xfrm xmlns:a="http://schemas.openxmlformats.org/drawingml/2006/main">
            <a:off x="9620250" y="1476375"/>
            <a:ext cx="666750" cy="990600"/>
          </a:xfrm>
          <a:prstGeom xmlns:a="http://schemas.openxmlformats.org/drawingml/2006/main" prst="roundRect">
            <a:avLst>
              <a:gd name="adj" fmla="val 11429"/>
            </a:avLst>
          </a:prstGeom>
          <a:solidFill xmlns:a="http://schemas.openxmlformats.org/drawingml/2006/main">
            <a:srgbClr val="0B1116"/>
          </a:solidFill>
          <a:ln xmlns:a="http://schemas.openxmlformats.org/drawingml/2006/main" w="9525">
            <a:solidFill>
              <a:srgbClr val="40515B"/>
            </a:solidFill>
            <a:prstDash val="solid"/>
          </a:ln>
        </p:spPr>
      </p:sp>
      <p:sp>
        <p:nvSpPr>
          <p:cNvPr id="9" name="">
            <a:extLst xmlns:a="http://schemas.openxmlformats.org/drawingml/2006/main">
              <a:ext uri="{FF2B5EF4-FFF2-40B4-BE49-F238E27FC236}">
                <a16:creationId xmlns:a16="http://schemas.microsoft.com/office/drawing/2014/main" id="{60719F4C-4CC3-46CB-901F-C8D1138454DF}"/>
              </a:ext>
            </a:extLst>
          </p:cNvPr>
          <p:cNvSpPr>
            <a:spLocks xmlns:a="http://schemas.openxmlformats.org/drawingml/2006/main" noGrp="1"/>
          </p:cNvSpPr>
          <p:nvPr/>
        </p:nvSpPr>
        <p:spPr>
          <a:xfrm xmlns:a="http://schemas.openxmlformats.org/drawingml/2006/main">
            <a:off x="9696450" y="16954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43D9C3"/>
                </a:solidFill>
                <a:latin typeface="Arial"/>
                <a:ea typeface="Arial"/>
                <a:cs typeface="Arial"/>
              </a:defRPr>
            </a:defPPr>
            <a:lvl1pPr algn="ctr">
              <a:defRPr sz="1500" b="1">
                <a:solidFill>
                  <a:srgbClr val="43D9C3"/>
                </a:solidFill>
                <a:latin typeface="Arial"/>
                <a:ea typeface="Arial"/>
                <a:cs typeface="Arial"/>
              </a:defRPr>
            </a:lvl1pPr>
            <a:lvl2pPr algn="ctr">
              <a:defRPr sz="1500" b="1">
                <a:solidFill>
                  <a:srgbClr val="43D9C3"/>
                </a:solidFill>
                <a:latin typeface="Arial"/>
                <a:ea typeface="Arial"/>
                <a:cs typeface="Arial"/>
              </a:defRPr>
            </a:lvl2pPr>
            <a:lvl3pPr algn="ctr">
              <a:defRPr sz="1500" b="1">
                <a:solidFill>
                  <a:srgbClr val="43D9C3"/>
                </a:solidFill>
                <a:latin typeface="Arial"/>
                <a:ea typeface="Arial"/>
                <a:cs typeface="Arial"/>
              </a:defRPr>
            </a:lvl3pPr>
            <a:lvl4pPr algn="ctr">
              <a:defRPr sz="1500" b="1">
                <a:solidFill>
                  <a:srgbClr val="43D9C3"/>
                </a:solidFill>
                <a:latin typeface="Arial"/>
                <a:ea typeface="Arial"/>
                <a:cs typeface="Arial"/>
              </a:defRPr>
            </a:lvl4pPr>
            <a:lvl5pPr algn="ctr">
              <a:defRPr sz="1500" b="1">
                <a:solidFill>
                  <a:srgbClr val="43D9C3"/>
                </a:solidFill>
                <a:latin typeface="Arial"/>
                <a:ea typeface="Arial"/>
                <a:cs typeface="Arial"/>
              </a:defRPr>
            </a:lvl5pPr>
            <a:lvl6pPr algn="ctr">
              <a:defRPr sz="1500" b="1">
                <a:solidFill>
                  <a:srgbClr val="43D9C3"/>
                </a:solidFill>
                <a:latin typeface="Arial"/>
                <a:ea typeface="Arial"/>
                <a:cs typeface="Arial"/>
              </a:defRPr>
            </a:lvl6pPr>
            <a:lvl7pPr algn="ctr">
              <a:defRPr sz="1500" b="1">
                <a:solidFill>
                  <a:srgbClr val="43D9C3"/>
                </a:solidFill>
                <a:latin typeface="Arial"/>
                <a:ea typeface="Arial"/>
                <a:cs typeface="Arial"/>
              </a:defRPr>
            </a:lvl7pPr>
            <a:lvl8pPr algn="ctr">
              <a:defRPr sz="1500" b="1">
                <a:solidFill>
                  <a:srgbClr val="43D9C3"/>
                </a:solidFill>
                <a:latin typeface="Arial"/>
                <a:ea typeface="Arial"/>
                <a:cs typeface="Arial"/>
              </a:defRPr>
            </a:lvl8pPr>
            <a:lvl9pPr algn="ctr">
              <a:defRPr sz="1500" b="1">
                <a:solidFill>
                  <a:srgbClr val="43D9C3"/>
                </a:solidFill>
                <a:latin typeface="Arial"/>
                <a:ea typeface="Arial"/>
                <a:cs typeface="Arial"/>
              </a:defRPr>
            </a:lvl9pPr>
          </a:lstStyle>
          <a:p xmlns:a="http://schemas.openxmlformats.org/drawingml/2006/main">
            <a:pPr algn="ctr">
              <a:defRPr sz="1500" b="1">
                <a:solidFill>
                  <a:srgbClr val="43D9C3"/>
                </a:solidFill>
                <a:latin typeface="Arial"/>
                <a:ea typeface="Arial"/>
                <a:cs typeface="Arial"/>
              </a:defRPr>
            </a:pPr>
            <a:r>
              <a:rPr sz="1500" b="1">
                <a:solidFill>
                  <a:srgbClr val="43D9C3"/>
                </a:solidFill>
                <a:latin typeface="Arial"/>
                <a:ea typeface="Arial"/>
                <a:cs typeface="Arial"/>
              </a:rPr>
              <a:t>CNN</a:t>
            </a:r>
          </a:p>
        </p:txBody>
      </p:sp>
      <p:sp>
        <p:nvSpPr>
          <p:cNvPr id="10" name="">
            <a:extLst xmlns:a="http://schemas.openxmlformats.org/drawingml/2006/main">
              <a:ext uri="{FF2B5EF4-FFF2-40B4-BE49-F238E27FC236}">
                <a16:creationId xmlns:a16="http://schemas.microsoft.com/office/drawing/2014/main" id="{FBF655B3-F147-4BED-BCF1-1BCBE0A51A19}"/>
              </a:ext>
            </a:extLst>
          </p:cNvPr>
          <p:cNvSpPr>
            <a:spLocks xmlns:a="http://schemas.openxmlformats.org/drawingml/2006/main" noGrp="1"/>
          </p:cNvSpPr>
          <p:nvPr/>
        </p:nvSpPr>
        <p:spPr>
          <a:xfrm xmlns:a="http://schemas.openxmlformats.org/drawingml/2006/main">
            <a:off x="10325100" y="16573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75" b="1">
                <a:solidFill>
                  <a:srgbClr val="FFB454"/>
                </a:solidFill>
                <a:latin typeface="Arial"/>
                <a:ea typeface="Arial"/>
                <a:cs typeface="Arial"/>
              </a:defRPr>
            </a:defPPr>
            <a:lvl1pPr algn="ctr">
              <a:defRPr sz="2175" b="1">
                <a:solidFill>
                  <a:srgbClr val="FFB454"/>
                </a:solidFill>
                <a:latin typeface="Arial"/>
                <a:ea typeface="Arial"/>
                <a:cs typeface="Arial"/>
              </a:defRPr>
            </a:lvl1pPr>
            <a:lvl2pPr algn="ctr">
              <a:defRPr sz="2175" b="1">
                <a:solidFill>
                  <a:srgbClr val="FFB454"/>
                </a:solidFill>
                <a:latin typeface="Arial"/>
                <a:ea typeface="Arial"/>
                <a:cs typeface="Arial"/>
              </a:defRPr>
            </a:lvl2pPr>
            <a:lvl3pPr algn="ctr">
              <a:defRPr sz="2175" b="1">
                <a:solidFill>
                  <a:srgbClr val="FFB454"/>
                </a:solidFill>
                <a:latin typeface="Arial"/>
                <a:ea typeface="Arial"/>
                <a:cs typeface="Arial"/>
              </a:defRPr>
            </a:lvl3pPr>
            <a:lvl4pPr algn="ctr">
              <a:defRPr sz="2175" b="1">
                <a:solidFill>
                  <a:srgbClr val="FFB454"/>
                </a:solidFill>
                <a:latin typeface="Arial"/>
                <a:ea typeface="Arial"/>
                <a:cs typeface="Arial"/>
              </a:defRPr>
            </a:lvl4pPr>
            <a:lvl5pPr algn="ctr">
              <a:defRPr sz="2175" b="1">
                <a:solidFill>
                  <a:srgbClr val="FFB454"/>
                </a:solidFill>
                <a:latin typeface="Arial"/>
                <a:ea typeface="Arial"/>
                <a:cs typeface="Arial"/>
              </a:defRPr>
            </a:lvl5pPr>
            <a:lvl6pPr algn="ctr">
              <a:defRPr sz="2175" b="1">
                <a:solidFill>
                  <a:srgbClr val="FFB454"/>
                </a:solidFill>
                <a:latin typeface="Arial"/>
                <a:ea typeface="Arial"/>
                <a:cs typeface="Arial"/>
              </a:defRPr>
            </a:lvl6pPr>
            <a:lvl7pPr algn="ctr">
              <a:defRPr sz="2175" b="1">
                <a:solidFill>
                  <a:srgbClr val="FFB454"/>
                </a:solidFill>
                <a:latin typeface="Arial"/>
                <a:ea typeface="Arial"/>
                <a:cs typeface="Arial"/>
              </a:defRPr>
            </a:lvl7pPr>
            <a:lvl8pPr algn="ctr">
              <a:defRPr sz="2175" b="1">
                <a:solidFill>
                  <a:srgbClr val="FFB454"/>
                </a:solidFill>
                <a:latin typeface="Arial"/>
                <a:ea typeface="Arial"/>
                <a:cs typeface="Arial"/>
              </a:defRPr>
            </a:lvl8pPr>
            <a:lvl9pPr algn="ctr">
              <a:defRPr sz="2175" b="1">
                <a:solidFill>
                  <a:srgbClr val="FFB454"/>
                </a:solidFill>
                <a:latin typeface="Arial"/>
                <a:ea typeface="Arial"/>
                <a:cs typeface="Arial"/>
              </a:defRPr>
            </a:lvl9pPr>
          </a:lstStyle>
          <a:p xmlns:a="http://schemas.openxmlformats.org/drawingml/2006/main">
            <a:pPr algn="ctr">
              <a:defRPr sz="2175" b="1">
                <a:solidFill>
                  <a:srgbClr val="FFB454"/>
                </a:solidFill>
                <a:latin typeface="Arial"/>
                <a:ea typeface="Arial"/>
                <a:cs typeface="Arial"/>
              </a:defRPr>
            </a:pPr>
            <a:r>
              <a:rPr sz="2175" b="1">
                <a:solidFill>
                  <a:srgbClr val="FFB454"/>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979FE771-C4CA-4EE7-8277-377957741FAB}"/>
              </a:ext>
            </a:extLst>
          </p:cNvPr>
          <p:cNvSpPr>
            <a:spLocks xmlns:a="http://schemas.openxmlformats.org/drawingml/2006/main" noGrp="1"/>
          </p:cNvSpPr>
          <p:nvPr/>
        </p:nvSpPr>
        <p:spPr>
          <a:xfrm xmlns:a="http://schemas.openxmlformats.org/drawingml/2006/main">
            <a:off x="10744200" y="1476375"/>
            <a:ext cx="361950" cy="990600"/>
          </a:xfrm>
          <a:prstGeom xmlns:a="http://schemas.openxmlformats.org/drawingml/2006/main" prst="roundRect">
            <a:avLst>
              <a:gd name="adj" fmla="val 21053"/>
            </a:avLst>
          </a:prstGeom>
          <a:solidFill xmlns:a="http://schemas.openxmlformats.org/drawingml/2006/main">
            <a:srgbClr val="0B1116"/>
          </a:solidFill>
          <a:ln xmlns:a="http://schemas.openxmlformats.org/drawingml/2006/main" w="9525">
            <a:solidFill>
              <a:srgbClr val="40515B"/>
            </a:solidFill>
            <a:prstDash val="solid"/>
          </a:ln>
        </p:spPr>
      </p:sp>
      <p:sp>
        <p:nvSpPr>
          <p:cNvPr id="12" name="">
            <a:extLst xmlns:a="http://schemas.openxmlformats.org/drawingml/2006/main">
              <a:ext uri="{FF2B5EF4-FFF2-40B4-BE49-F238E27FC236}">
                <a16:creationId xmlns:a16="http://schemas.microsoft.com/office/drawing/2014/main" id="{962C532F-0E48-46F6-9913-FD91887D2393}"/>
              </a:ext>
            </a:extLst>
          </p:cNvPr>
          <p:cNvSpPr>
            <a:spLocks xmlns:a="http://schemas.openxmlformats.org/drawingml/2006/main" noGrp="1"/>
          </p:cNvSpPr>
          <p:nvPr/>
        </p:nvSpPr>
        <p:spPr>
          <a:xfrm xmlns:a="http://schemas.openxmlformats.org/drawingml/2006/main">
            <a:off x="10734675" y="16764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43D9C3"/>
                </a:solidFill>
                <a:latin typeface="Arial"/>
                <a:ea typeface="Arial"/>
                <a:cs typeface="Arial"/>
              </a:defRPr>
            </a:defPPr>
            <a:lvl1pPr algn="ctr">
              <a:defRPr sz="1125" b="1">
                <a:solidFill>
                  <a:srgbClr val="43D9C3"/>
                </a:solidFill>
                <a:latin typeface="Arial"/>
                <a:ea typeface="Arial"/>
                <a:cs typeface="Arial"/>
              </a:defRPr>
            </a:lvl1pPr>
            <a:lvl2pPr algn="ctr">
              <a:defRPr sz="1125" b="1">
                <a:solidFill>
                  <a:srgbClr val="43D9C3"/>
                </a:solidFill>
                <a:latin typeface="Arial"/>
                <a:ea typeface="Arial"/>
                <a:cs typeface="Arial"/>
              </a:defRPr>
            </a:lvl2pPr>
            <a:lvl3pPr algn="ctr">
              <a:defRPr sz="1125" b="1">
                <a:solidFill>
                  <a:srgbClr val="43D9C3"/>
                </a:solidFill>
                <a:latin typeface="Arial"/>
                <a:ea typeface="Arial"/>
                <a:cs typeface="Arial"/>
              </a:defRPr>
            </a:lvl3pPr>
            <a:lvl4pPr algn="ctr">
              <a:defRPr sz="1125" b="1">
                <a:solidFill>
                  <a:srgbClr val="43D9C3"/>
                </a:solidFill>
                <a:latin typeface="Arial"/>
                <a:ea typeface="Arial"/>
                <a:cs typeface="Arial"/>
              </a:defRPr>
            </a:lvl4pPr>
            <a:lvl5pPr algn="ctr">
              <a:defRPr sz="1125" b="1">
                <a:solidFill>
                  <a:srgbClr val="43D9C3"/>
                </a:solidFill>
                <a:latin typeface="Arial"/>
                <a:ea typeface="Arial"/>
                <a:cs typeface="Arial"/>
              </a:defRPr>
            </a:lvl5pPr>
            <a:lvl6pPr algn="ctr">
              <a:defRPr sz="1125" b="1">
                <a:solidFill>
                  <a:srgbClr val="43D9C3"/>
                </a:solidFill>
                <a:latin typeface="Arial"/>
                <a:ea typeface="Arial"/>
                <a:cs typeface="Arial"/>
              </a:defRPr>
            </a:lvl6pPr>
            <a:lvl7pPr algn="ctr">
              <a:defRPr sz="1125" b="1">
                <a:solidFill>
                  <a:srgbClr val="43D9C3"/>
                </a:solidFill>
                <a:latin typeface="Arial"/>
                <a:ea typeface="Arial"/>
                <a:cs typeface="Arial"/>
              </a:defRPr>
            </a:lvl7pPr>
            <a:lvl8pPr algn="ctr">
              <a:defRPr sz="1125" b="1">
                <a:solidFill>
                  <a:srgbClr val="43D9C3"/>
                </a:solidFill>
                <a:latin typeface="Arial"/>
                <a:ea typeface="Arial"/>
                <a:cs typeface="Arial"/>
              </a:defRPr>
            </a:lvl8pPr>
            <a:lvl9pPr algn="ctr">
              <a:defRPr sz="1125" b="1">
                <a:solidFill>
                  <a:srgbClr val="43D9C3"/>
                </a:solidFill>
                <a:latin typeface="Arial"/>
                <a:ea typeface="Arial"/>
                <a:cs typeface="Arial"/>
              </a:defRPr>
            </a:lvl9pPr>
          </a:lstStyle>
          <a:p xmlns:a="http://schemas.openxmlformats.org/drawingml/2006/main">
            <a:pPr algn="ctr">
              <a:defRPr sz="1125" b="1">
                <a:solidFill>
                  <a:srgbClr val="43D9C3"/>
                </a:solidFill>
                <a:latin typeface="Arial"/>
                <a:ea typeface="Arial"/>
                <a:cs typeface="Arial"/>
              </a:defRPr>
            </a:pPr>
            <a:r>
              <a:rPr sz="1125" b="1">
                <a:solidFill>
                  <a:srgbClr val="43D9C3"/>
                </a:solidFill>
                <a:latin typeface="Arial"/>
                <a:ea typeface="Arial"/>
                <a:cs typeface="Arial"/>
              </a:rPr>
              <a:t>0 / 1</a:t>
            </a:r>
          </a:p>
        </p:txBody>
      </p:sp>
      <p:sp>
        <p:nvSpPr>
          <p:cNvPr id="13" name="">
            <a:extLst xmlns:a="http://schemas.openxmlformats.org/drawingml/2006/main">
              <a:ext uri="{FF2B5EF4-FFF2-40B4-BE49-F238E27FC236}">
                <a16:creationId xmlns:a16="http://schemas.microsoft.com/office/drawing/2014/main" id="{78E12E0E-4A91-4581-AE5F-54CCBF5B89E3}"/>
              </a:ext>
            </a:extLst>
          </p:cNvPr>
          <p:cNvSpPr>
            <a:spLocks xmlns:a="http://schemas.openxmlformats.org/drawingml/2006/main" noGrp="1"/>
          </p:cNvSpPr>
          <p:nvPr/>
        </p:nvSpPr>
        <p:spPr>
          <a:xfrm xmlns:a="http://schemas.openxmlformats.org/drawingml/2006/main">
            <a:off x="7905750" y="28956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FFB454"/>
                </a:solidFill>
                <a:latin typeface="Arial"/>
                <a:ea typeface="Arial"/>
                <a:cs typeface="Arial"/>
              </a:defRPr>
            </a:defPPr>
            <a:lvl1pPr algn="l">
              <a:defRPr sz="1050" b="1">
                <a:solidFill>
                  <a:srgbClr val="FFB454"/>
                </a:solidFill>
                <a:latin typeface="Arial"/>
                <a:ea typeface="Arial"/>
                <a:cs typeface="Arial"/>
              </a:defRPr>
            </a:lvl1pPr>
            <a:lvl2pPr algn="l">
              <a:defRPr sz="1050" b="1">
                <a:solidFill>
                  <a:srgbClr val="FFB454"/>
                </a:solidFill>
                <a:latin typeface="Arial"/>
                <a:ea typeface="Arial"/>
                <a:cs typeface="Arial"/>
              </a:defRPr>
            </a:lvl2pPr>
            <a:lvl3pPr algn="l">
              <a:defRPr sz="1050" b="1">
                <a:solidFill>
                  <a:srgbClr val="FFB454"/>
                </a:solidFill>
                <a:latin typeface="Arial"/>
                <a:ea typeface="Arial"/>
                <a:cs typeface="Arial"/>
              </a:defRPr>
            </a:lvl3pPr>
            <a:lvl4pPr algn="l">
              <a:defRPr sz="1050" b="1">
                <a:solidFill>
                  <a:srgbClr val="FFB454"/>
                </a:solidFill>
                <a:latin typeface="Arial"/>
                <a:ea typeface="Arial"/>
                <a:cs typeface="Arial"/>
              </a:defRPr>
            </a:lvl4pPr>
            <a:lvl5pPr algn="l">
              <a:defRPr sz="1050" b="1">
                <a:solidFill>
                  <a:srgbClr val="FFB454"/>
                </a:solidFill>
                <a:latin typeface="Arial"/>
                <a:ea typeface="Arial"/>
                <a:cs typeface="Arial"/>
              </a:defRPr>
            </a:lvl5pPr>
            <a:lvl6pPr algn="l">
              <a:defRPr sz="1050" b="1">
                <a:solidFill>
                  <a:srgbClr val="FFB454"/>
                </a:solidFill>
                <a:latin typeface="Arial"/>
                <a:ea typeface="Arial"/>
                <a:cs typeface="Arial"/>
              </a:defRPr>
            </a:lvl6pPr>
            <a:lvl7pPr algn="l">
              <a:defRPr sz="1050" b="1">
                <a:solidFill>
                  <a:srgbClr val="FFB454"/>
                </a:solidFill>
                <a:latin typeface="Arial"/>
                <a:ea typeface="Arial"/>
                <a:cs typeface="Arial"/>
              </a:defRPr>
            </a:lvl7pPr>
            <a:lvl8pPr algn="l">
              <a:defRPr sz="1050" b="1">
                <a:solidFill>
                  <a:srgbClr val="FFB454"/>
                </a:solidFill>
                <a:latin typeface="Arial"/>
                <a:ea typeface="Arial"/>
                <a:cs typeface="Arial"/>
              </a:defRPr>
            </a:lvl8pPr>
            <a:lvl9pPr algn="l">
              <a:defRPr sz="1050" b="1">
                <a:solidFill>
                  <a:srgbClr val="FFB454"/>
                </a:solidFill>
                <a:latin typeface="Arial"/>
                <a:ea typeface="Arial"/>
                <a:cs typeface="Arial"/>
              </a:defRPr>
            </a:lvl9pPr>
          </a:lstStyle>
          <a:p xmlns:a="http://schemas.openxmlformats.org/drawingml/2006/main">
            <a:pPr algn="l">
              <a:defRPr sz="1050" b="1">
                <a:solidFill>
                  <a:srgbClr val="FFB454"/>
                </a:solidFill>
                <a:latin typeface="Arial"/>
                <a:ea typeface="Arial"/>
                <a:cs typeface="Arial"/>
              </a:defRPr>
            </a:pPr>
            <a:r>
              <a:rPr sz="1050" b="1">
                <a:solidFill>
                  <a:srgbClr val="FFB454"/>
                </a:solidFill>
                <a:latin typeface="Arial"/>
                <a:ea typeface="Arial"/>
                <a:cs typeface="Arial"/>
              </a:rPr>
              <a:t>SUPERVISED BINARY CLASSIFICATION</a:t>
            </a:r>
          </a:p>
        </p:txBody>
      </p:sp>
      <p:sp>
        <p:nvSpPr>
          <p:cNvPr id="14" name="">
            <a:extLst xmlns:a="http://schemas.openxmlformats.org/drawingml/2006/main">
              <a:ext uri="{FF2B5EF4-FFF2-40B4-BE49-F238E27FC236}">
                <a16:creationId xmlns:a16="http://schemas.microsoft.com/office/drawing/2014/main" id="{72A938C2-0E4D-443B-8007-CFC21C393130}"/>
              </a:ext>
            </a:extLst>
          </p:cNvPr>
          <p:cNvSpPr>
            <a:spLocks xmlns:a="http://schemas.openxmlformats.org/drawingml/2006/main" noGrp="1"/>
          </p:cNvSpPr>
          <p:nvPr/>
        </p:nvSpPr>
        <p:spPr>
          <a:xfrm xmlns:a="http://schemas.openxmlformats.org/drawingml/2006/main">
            <a:off x="7905750" y="33337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F3F5F6"/>
                </a:solidFill>
                <a:latin typeface="Arial"/>
                <a:ea typeface="Arial"/>
                <a:cs typeface="Arial"/>
              </a:defRPr>
            </a:defPPr>
            <a:lvl1pPr algn="l">
              <a:defRPr sz="1800" b="1">
                <a:solidFill>
                  <a:srgbClr val="F3F5F6"/>
                </a:solidFill>
                <a:latin typeface="Arial"/>
                <a:ea typeface="Arial"/>
                <a:cs typeface="Arial"/>
              </a:defRPr>
            </a:lvl1pPr>
            <a:lvl2pPr algn="l">
              <a:defRPr sz="1800" b="1">
                <a:solidFill>
                  <a:srgbClr val="F3F5F6"/>
                </a:solidFill>
                <a:latin typeface="Arial"/>
                <a:ea typeface="Arial"/>
                <a:cs typeface="Arial"/>
              </a:defRPr>
            </a:lvl2pPr>
            <a:lvl3pPr algn="l">
              <a:defRPr sz="1800" b="1">
                <a:solidFill>
                  <a:srgbClr val="F3F5F6"/>
                </a:solidFill>
                <a:latin typeface="Arial"/>
                <a:ea typeface="Arial"/>
                <a:cs typeface="Arial"/>
              </a:defRPr>
            </a:lvl3pPr>
            <a:lvl4pPr algn="l">
              <a:defRPr sz="1800" b="1">
                <a:solidFill>
                  <a:srgbClr val="F3F5F6"/>
                </a:solidFill>
                <a:latin typeface="Arial"/>
                <a:ea typeface="Arial"/>
                <a:cs typeface="Arial"/>
              </a:defRPr>
            </a:lvl4pPr>
            <a:lvl5pPr algn="l">
              <a:defRPr sz="1800" b="1">
                <a:solidFill>
                  <a:srgbClr val="F3F5F6"/>
                </a:solidFill>
                <a:latin typeface="Arial"/>
                <a:ea typeface="Arial"/>
                <a:cs typeface="Arial"/>
              </a:defRPr>
            </a:lvl5pPr>
            <a:lvl6pPr algn="l">
              <a:defRPr sz="1800" b="1">
                <a:solidFill>
                  <a:srgbClr val="F3F5F6"/>
                </a:solidFill>
                <a:latin typeface="Arial"/>
                <a:ea typeface="Arial"/>
                <a:cs typeface="Arial"/>
              </a:defRPr>
            </a:lvl6pPr>
            <a:lvl7pPr algn="l">
              <a:defRPr sz="1800" b="1">
                <a:solidFill>
                  <a:srgbClr val="F3F5F6"/>
                </a:solidFill>
                <a:latin typeface="Arial"/>
                <a:ea typeface="Arial"/>
                <a:cs typeface="Arial"/>
              </a:defRPr>
            </a:lvl7pPr>
            <a:lvl8pPr algn="l">
              <a:defRPr sz="1800" b="1">
                <a:solidFill>
                  <a:srgbClr val="F3F5F6"/>
                </a:solidFill>
                <a:latin typeface="Arial"/>
                <a:ea typeface="Arial"/>
                <a:cs typeface="Arial"/>
              </a:defRPr>
            </a:lvl8pPr>
            <a:lvl9pPr algn="l">
              <a:defRPr sz="1800" b="1">
                <a:solidFill>
                  <a:srgbClr val="F3F5F6"/>
                </a:solidFill>
                <a:latin typeface="Arial"/>
                <a:ea typeface="Arial"/>
                <a:cs typeface="Arial"/>
              </a:defRPr>
            </a:lvl9pPr>
          </a:lstStyle>
          <a:p xmlns:a="http://schemas.openxmlformats.org/drawingml/2006/main">
            <a:pPr algn="l">
              <a:defRPr sz="1800" b="1">
                <a:solidFill>
                  <a:srgbClr val="F3F5F6"/>
                </a:solidFill>
                <a:latin typeface="Arial"/>
                <a:ea typeface="Arial"/>
                <a:cs typeface="Arial"/>
              </a:defRPr>
            </a:pPr>
            <a:r>
              <a:rPr sz="1800" b="1">
                <a:solidFill>
                  <a:srgbClr val="F3F5F6"/>
                </a:solidFill>
                <a:latin typeface="Arial"/>
                <a:ea typeface="Arial"/>
                <a:cs typeface="Arial"/>
              </a:rPr>
              <a:t>Genuine  ↔  AI-generated</a:t>
            </a:r>
          </a:p>
        </p:txBody>
      </p:sp>
      <p:sp>
        <p:nvSpPr>
          <p:cNvPr id="15" name="">
            <a:extLst xmlns:a="http://schemas.openxmlformats.org/drawingml/2006/main">
              <a:ext uri="{FF2B5EF4-FFF2-40B4-BE49-F238E27FC236}">
                <a16:creationId xmlns:a16="http://schemas.microsoft.com/office/drawing/2014/main" id="{1CDBAD78-2AFD-445D-9EB4-3071652122D1}"/>
              </a:ext>
            </a:extLst>
          </p:cNvPr>
          <p:cNvSpPr>
            <a:spLocks xmlns:a="http://schemas.openxmlformats.org/drawingml/2006/main" noGrp="1"/>
          </p:cNvSpPr>
          <p:nvPr/>
        </p:nvSpPr>
        <p:spPr>
          <a:xfrm xmlns:a="http://schemas.openxmlformats.org/drawingml/2006/main">
            <a:off x="685800" y="521970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43D9C3"/>
                </a:solidFill>
                <a:latin typeface="Arial"/>
                <a:ea typeface="Arial"/>
                <a:cs typeface="Arial"/>
              </a:defRPr>
            </a:defPPr>
            <a:lvl1pPr algn="l">
              <a:defRPr sz="1275" b="1">
                <a:solidFill>
                  <a:srgbClr val="43D9C3"/>
                </a:solidFill>
                <a:latin typeface="Arial"/>
                <a:ea typeface="Arial"/>
                <a:cs typeface="Arial"/>
              </a:defRPr>
            </a:lvl1pPr>
            <a:lvl2pPr algn="l">
              <a:defRPr sz="1275" b="1">
                <a:solidFill>
                  <a:srgbClr val="43D9C3"/>
                </a:solidFill>
                <a:latin typeface="Arial"/>
                <a:ea typeface="Arial"/>
                <a:cs typeface="Arial"/>
              </a:defRPr>
            </a:lvl2pPr>
            <a:lvl3pPr algn="l">
              <a:defRPr sz="1275" b="1">
                <a:solidFill>
                  <a:srgbClr val="43D9C3"/>
                </a:solidFill>
                <a:latin typeface="Arial"/>
                <a:ea typeface="Arial"/>
                <a:cs typeface="Arial"/>
              </a:defRPr>
            </a:lvl3pPr>
            <a:lvl4pPr algn="l">
              <a:defRPr sz="1275" b="1">
                <a:solidFill>
                  <a:srgbClr val="43D9C3"/>
                </a:solidFill>
                <a:latin typeface="Arial"/>
                <a:ea typeface="Arial"/>
                <a:cs typeface="Arial"/>
              </a:defRPr>
            </a:lvl4pPr>
            <a:lvl5pPr algn="l">
              <a:defRPr sz="1275" b="1">
                <a:solidFill>
                  <a:srgbClr val="43D9C3"/>
                </a:solidFill>
                <a:latin typeface="Arial"/>
                <a:ea typeface="Arial"/>
                <a:cs typeface="Arial"/>
              </a:defRPr>
            </a:lvl5pPr>
            <a:lvl6pPr algn="l">
              <a:defRPr sz="1275" b="1">
                <a:solidFill>
                  <a:srgbClr val="43D9C3"/>
                </a:solidFill>
                <a:latin typeface="Arial"/>
                <a:ea typeface="Arial"/>
                <a:cs typeface="Arial"/>
              </a:defRPr>
            </a:lvl6pPr>
            <a:lvl7pPr algn="l">
              <a:defRPr sz="1275" b="1">
                <a:solidFill>
                  <a:srgbClr val="43D9C3"/>
                </a:solidFill>
                <a:latin typeface="Arial"/>
                <a:ea typeface="Arial"/>
                <a:cs typeface="Arial"/>
              </a:defRPr>
            </a:lvl7pPr>
            <a:lvl8pPr algn="l">
              <a:defRPr sz="1275" b="1">
                <a:solidFill>
                  <a:srgbClr val="43D9C3"/>
                </a:solidFill>
                <a:latin typeface="Arial"/>
                <a:ea typeface="Arial"/>
                <a:cs typeface="Arial"/>
              </a:defRPr>
            </a:lvl8pPr>
            <a:lvl9pPr algn="l">
              <a:defRPr sz="1275" b="1">
                <a:solidFill>
                  <a:srgbClr val="43D9C3"/>
                </a:solidFill>
                <a:latin typeface="Arial"/>
                <a:ea typeface="Arial"/>
                <a:cs typeface="Arial"/>
              </a:defRPr>
            </a:lvl9pPr>
          </a:lstStyle>
          <a:p xmlns:a="http://schemas.openxmlformats.org/drawingml/2006/main">
            <a:pPr algn="l">
              <a:defRPr sz="1275" b="1">
                <a:solidFill>
                  <a:srgbClr val="43D9C3"/>
                </a:solidFill>
                <a:latin typeface="Arial"/>
                <a:ea typeface="Arial"/>
                <a:cs typeface="Arial"/>
              </a:defRPr>
            </a:pPr>
            <a:r>
              <a:rPr sz="1275" b="1">
                <a:solidFill>
                  <a:srgbClr val="43D9C3"/>
                </a:solidFill>
                <a:latin typeface="Arial"/>
                <a:ea typeface="Arial"/>
                <a:cs typeface="Arial"/>
              </a:rPr>
              <a:t>Course alignment: machine learning for computer vision</a:t>
            </a:r>
          </a:p>
        </p:txBody>
      </p:sp>
      <p:sp>
        <p:nvSpPr>
          <p:cNvPr id="16" name="">
            <a:extLst xmlns:a="http://schemas.openxmlformats.org/drawingml/2006/main">
              <a:ext uri="{FF2B5EF4-FFF2-40B4-BE49-F238E27FC236}">
                <a16:creationId xmlns:a16="http://schemas.microsoft.com/office/drawing/2014/main" id="{24C984BE-FCED-467A-BA50-1DCB5656CDFC}"/>
              </a:ext>
            </a:extLst>
          </p:cNvPr>
          <p:cNvSpPr>
            <a:spLocks xmlns:a="http://schemas.openxmlformats.org/drawingml/2006/main" noGrp="1"/>
          </p:cNvSpPr>
          <p:nvPr/>
        </p:nvSpPr>
        <p:spPr>
          <a:xfrm xmlns:a="http://schemas.openxmlformats.org/drawingml/2006/main">
            <a:off x="685800" y="57531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B7C4CA"/>
                </a:solidFill>
                <a:latin typeface="Arial"/>
                <a:ea typeface="Arial"/>
                <a:cs typeface="Arial"/>
              </a:defRPr>
            </a:defPPr>
            <a:lvl1pPr algn="l">
              <a:defRPr sz="1125" b="0">
                <a:solidFill>
                  <a:srgbClr val="B7C4CA"/>
                </a:solidFill>
                <a:latin typeface="Arial"/>
                <a:ea typeface="Arial"/>
                <a:cs typeface="Arial"/>
              </a:defRPr>
            </a:lvl1pPr>
            <a:lvl2pPr algn="l">
              <a:defRPr sz="1125" b="0">
                <a:solidFill>
                  <a:srgbClr val="B7C4CA"/>
                </a:solidFill>
                <a:latin typeface="Arial"/>
                <a:ea typeface="Arial"/>
                <a:cs typeface="Arial"/>
              </a:defRPr>
            </a:lvl2pPr>
            <a:lvl3pPr algn="l">
              <a:defRPr sz="1125" b="0">
                <a:solidFill>
                  <a:srgbClr val="B7C4CA"/>
                </a:solidFill>
                <a:latin typeface="Arial"/>
                <a:ea typeface="Arial"/>
                <a:cs typeface="Arial"/>
              </a:defRPr>
            </a:lvl3pPr>
            <a:lvl4pPr algn="l">
              <a:defRPr sz="1125" b="0">
                <a:solidFill>
                  <a:srgbClr val="B7C4CA"/>
                </a:solidFill>
                <a:latin typeface="Arial"/>
                <a:ea typeface="Arial"/>
                <a:cs typeface="Arial"/>
              </a:defRPr>
            </a:lvl4pPr>
            <a:lvl5pPr algn="l">
              <a:defRPr sz="1125" b="0">
                <a:solidFill>
                  <a:srgbClr val="B7C4CA"/>
                </a:solidFill>
                <a:latin typeface="Arial"/>
                <a:ea typeface="Arial"/>
                <a:cs typeface="Arial"/>
              </a:defRPr>
            </a:lvl5pPr>
            <a:lvl6pPr algn="l">
              <a:defRPr sz="1125" b="0">
                <a:solidFill>
                  <a:srgbClr val="B7C4CA"/>
                </a:solidFill>
                <a:latin typeface="Arial"/>
                <a:ea typeface="Arial"/>
                <a:cs typeface="Arial"/>
              </a:defRPr>
            </a:lvl6pPr>
            <a:lvl7pPr algn="l">
              <a:defRPr sz="1125" b="0">
                <a:solidFill>
                  <a:srgbClr val="B7C4CA"/>
                </a:solidFill>
                <a:latin typeface="Arial"/>
                <a:ea typeface="Arial"/>
                <a:cs typeface="Arial"/>
              </a:defRPr>
            </a:lvl7pPr>
            <a:lvl8pPr algn="l">
              <a:defRPr sz="1125" b="0">
                <a:solidFill>
                  <a:srgbClr val="B7C4CA"/>
                </a:solidFill>
                <a:latin typeface="Arial"/>
                <a:ea typeface="Arial"/>
                <a:cs typeface="Arial"/>
              </a:defRPr>
            </a:lvl8pPr>
            <a:lvl9pPr algn="l">
              <a:defRPr sz="1125" b="0">
                <a:solidFill>
                  <a:srgbClr val="B7C4CA"/>
                </a:solidFill>
                <a:latin typeface="Arial"/>
                <a:ea typeface="Arial"/>
                <a:cs typeface="Arial"/>
              </a:defRPr>
            </a:lvl9pPr>
          </a:lstStyle>
          <a:p xmlns:a="http://schemas.openxmlformats.org/drawingml/2006/main">
            <a:pPr algn="l">
              <a:defRPr sz="1125" b="0">
                <a:solidFill>
                  <a:srgbClr val="B7C4CA"/>
                </a:solidFill>
                <a:latin typeface="Arial"/>
                <a:ea typeface="Arial"/>
                <a:cs typeface="Arial"/>
              </a:defRPr>
            </a:pPr>
            <a:r>
              <a:rPr sz="1125" b="0">
                <a:solidFill>
                  <a:srgbClr val="B7C4CA"/>
                </a:solidFill>
                <a:latin typeface="Arial"/>
                <a:ea typeface="Arial"/>
                <a:cs typeface="Arial"/>
              </a:rPr>
              <a:t>Project presentation</a:t>
            </a:r>
          </a:p>
        </p:txBody>
      </p:sp>
    </p:spTree>
    <p:extLst>
      <p:ext uri="{BB962C8B-B14F-4D97-AF65-F5344CB8AC3E}">
        <p14:creationId xmlns:p14="http://schemas.microsoft.com/office/powerpoint/2010/main" val="1898175129"/>
      </p:ext>
    </p:extLst>
  </p:cSld>
</p:sld>
</file>

<file path=ppt/slides/slide2.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6507C9E-9B7F-4DE3-8A43-5FB4DF4B9656}"/>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01  /  CONTEXT</a:t>
            </a:r>
          </a:p>
        </p:txBody>
      </p:sp>
      <p:sp>
        <p:nvSpPr>
          <p:cNvPr id="2" name="">
            <a:extLst xmlns:a="http://schemas.openxmlformats.org/drawingml/2006/main">
              <a:ext uri="{FF2B5EF4-FFF2-40B4-BE49-F238E27FC236}">
                <a16:creationId xmlns:a16="http://schemas.microsoft.com/office/drawing/2014/main" id="{2A254F83-71A5-4541-8A7B-64994BDE5827}"/>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Introduction: a visual classification task</a:t>
            </a:r>
          </a:p>
        </p:txBody>
      </p:sp>
      <p:sp>
        <p:nvSpPr>
          <p:cNvPr id="3" name="">
            <a:extLst xmlns:a="http://schemas.openxmlformats.org/drawingml/2006/main">
              <a:ext uri="{FF2B5EF4-FFF2-40B4-BE49-F238E27FC236}">
                <a16:creationId xmlns:a16="http://schemas.microsoft.com/office/drawing/2014/main" id="{940B1C8E-530E-4D8A-A888-E5B1858E3030}"/>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789F566B-9EE3-4019-BBDC-B254282FACEF}"/>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D1D9665A-1E51-4670-B994-F8975EA1B4AC}"/>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BCA98749-F778-4866-8833-D24CFAB7F4E6}"/>
              </a:ext>
            </a:extLst>
          </p:cNvPr>
          <p:cNvSpPr>
            <a:spLocks xmlns:a="http://schemas.openxmlformats.org/drawingml/2006/main" noGrp="1"/>
          </p:cNvSpPr>
          <p:nvPr/>
        </p:nvSpPr>
        <p:spPr>
          <a:xfrm xmlns:a="http://schemas.openxmlformats.org/drawingml/2006/main">
            <a:off x="590550" y="16192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950" b="1">
                <a:solidFill>
                  <a:srgbClr val="F3F5F6"/>
                </a:solidFill>
                <a:latin typeface="Arial"/>
                <a:ea typeface="Arial"/>
                <a:cs typeface="Arial"/>
              </a:defRPr>
            </a:defPPr>
            <a:lvl1pPr algn="l">
              <a:defRPr sz="1950" b="1">
                <a:solidFill>
                  <a:srgbClr val="F3F5F6"/>
                </a:solidFill>
                <a:latin typeface="Arial"/>
                <a:ea typeface="Arial"/>
                <a:cs typeface="Arial"/>
              </a:defRPr>
            </a:lvl1pPr>
            <a:lvl2pPr algn="l">
              <a:defRPr sz="1950" b="1">
                <a:solidFill>
                  <a:srgbClr val="F3F5F6"/>
                </a:solidFill>
                <a:latin typeface="Arial"/>
                <a:ea typeface="Arial"/>
                <a:cs typeface="Arial"/>
              </a:defRPr>
            </a:lvl2pPr>
            <a:lvl3pPr algn="l">
              <a:defRPr sz="1950" b="1">
                <a:solidFill>
                  <a:srgbClr val="F3F5F6"/>
                </a:solidFill>
                <a:latin typeface="Arial"/>
                <a:ea typeface="Arial"/>
                <a:cs typeface="Arial"/>
              </a:defRPr>
            </a:lvl3pPr>
            <a:lvl4pPr algn="l">
              <a:defRPr sz="1950" b="1">
                <a:solidFill>
                  <a:srgbClr val="F3F5F6"/>
                </a:solidFill>
                <a:latin typeface="Arial"/>
                <a:ea typeface="Arial"/>
                <a:cs typeface="Arial"/>
              </a:defRPr>
            </a:lvl4pPr>
            <a:lvl5pPr algn="l">
              <a:defRPr sz="1950" b="1">
                <a:solidFill>
                  <a:srgbClr val="F3F5F6"/>
                </a:solidFill>
                <a:latin typeface="Arial"/>
                <a:ea typeface="Arial"/>
                <a:cs typeface="Arial"/>
              </a:defRPr>
            </a:lvl5pPr>
            <a:lvl6pPr algn="l">
              <a:defRPr sz="1950" b="1">
                <a:solidFill>
                  <a:srgbClr val="F3F5F6"/>
                </a:solidFill>
                <a:latin typeface="Arial"/>
                <a:ea typeface="Arial"/>
                <a:cs typeface="Arial"/>
              </a:defRPr>
            </a:lvl6pPr>
            <a:lvl7pPr algn="l">
              <a:defRPr sz="1950" b="1">
                <a:solidFill>
                  <a:srgbClr val="F3F5F6"/>
                </a:solidFill>
                <a:latin typeface="Arial"/>
                <a:ea typeface="Arial"/>
                <a:cs typeface="Arial"/>
              </a:defRPr>
            </a:lvl7pPr>
            <a:lvl8pPr algn="l">
              <a:defRPr sz="1950" b="1">
                <a:solidFill>
                  <a:srgbClr val="F3F5F6"/>
                </a:solidFill>
                <a:latin typeface="Arial"/>
                <a:ea typeface="Arial"/>
                <a:cs typeface="Arial"/>
              </a:defRPr>
            </a:lvl8pPr>
            <a:lvl9pPr algn="l">
              <a:defRPr sz="1950" b="1">
                <a:solidFill>
                  <a:srgbClr val="F3F5F6"/>
                </a:solidFill>
                <a:latin typeface="Arial"/>
                <a:ea typeface="Arial"/>
                <a:cs typeface="Arial"/>
              </a:defRPr>
            </a:lvl9pPr>
          </a:lstStyle>
          <a:p xmlns:a="http://schemas.openxmlformats.org/drawingml/2006/main">
            <a:pPr algn="l">
              <a:defRPr sz="1950" b="1">
                <a:solidFill>
                  <a:srgbClr val="F3F5F6"/>
                </a:solidFill>
                <a:latin typeface="Arial"/>
                <a:ea typeface="Arial"/>
                <a:cs typeface="Arial"/>
              </a:defRPr>
            </a:pPr>
            <a:r>
              <a:rPr sz="1950" b="1">
                <a:solidFill>
                  <a:srgbClr val="F3F5F6"/>
                </a:solidFill>
                <a:latin typeface="Arial"/>
                <a:ea typeface="Arial"/>
                <a:cs typeface="Arial"/>
              </a:rPr>
              <a:t>Computer vision turns pixels into useful predictions.</a:t>
            </a:r>
          </a:p>
        </p:txBody>
      </p:sp>
      <p:sp>
        <p:nvSpPr>
          <p:cNvPr id="7" name="">
            <a:extLst xmlns:a="http://schemas.openxmlformats.org/drawingml/2006/main">
              <a:ext uri="{FF2B5EF4-FFF2-40B4-BE49-F238E27FC236}">
                <a16:creationId xmlns:a16="http://schemas.microsoft.com/office/drawing/2014/main" id="{0562819A-8D04-4C94-A0CE-947634CBC7F4}"/>
              </a:ext>
            </a:extLst>
          </p:cNvPr>
          <p:cNvSpPr>
            <a:spLocks xmlns:a="http://schemas.openxmlformats.org/drawingml/2006/main" noGrp="1"/>
          </p:cNvSpPr>
          <p:nvPr/>
        </p:nvSpPr>
        <p:spPr>
          <a:xfrm xmlns:a="http://schemas.openxmlformats.org/drawingml/2006/main">
            <a:off x="590550" y="2171700"/>
            <a:ext cx="7000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7C4CA"/>
                </a:solidFill>
                <a:latin typeface="Arial"/>
                <a:ea typeface="Arial"/>
                <a:cs typeface="Arial"/>
              </a:defRPr>
            </a:defPPr>
            <a:lvl1pPr algn="l">
              <a:defRPr sz="1500" b="0">
                <a:solidFill>
                  <a:srgbClr val="B7C4CA"/>
                </a:solidFill>
                <a:latin typeface="Arial"/>
                <a:ea typeface="Arial"/>
                <a:cs typeface="Arial"/>
              </a:defRPr>
            </a:lvl1pPr>
            <a:lvl2pPr algn="l">
              <a:defRPr sz="1500" b="0">
                <a:solidFill>
                  <a:srgbClr val="B7C4CA"/>
                </a:solidFill>
                <a:latin typeface="Arial"/>
                <a:ea typeface="Arial"/>
                <a:cs typeface="Arial"/>
              </a:defRPr>
            </a:lvl2pPr>
            <a:lvl3pPr algn="l">
              <a:defRPr sz="1500" b="0">
                <a:solidFill>
                  <a:srgbClr val="B7C4CA"/>
                </a:solidFill>
                <a:latin typeface="Arial"/>
                <a:ea typeface="Arial"/>
                <a:cs typeface="Arial"/>
              </a:defRPr>
            </a:lvl3pPr>
            <a:lvl4pPr algn="l">
              <a:defRPr sz="1500" b="0">
                <a:solidFill>
                  <a:srgbClr val="B7C4CA"/>
                </a:solidFill>
                <a:latin typeface="Arial"/>
                <a:ea typeface="Arial"/>
                <a:cs typeface="Arial"/>
              </a:defRPr>
            </a:lvl4pPr>
            <a:lvl5pPr algn="l">
              <a:defRPr sz="1500" b="0">
                <a:solidFill>
                  <a:srgbClr val="B7C4CA"/>
                </a:solidFill>
                <a:latin typeface="Arial"/>
                <a:ea typeface="Arial"/>
                <a:cs typeface="Arial"/>
              </a:defRPr>
            </a:lvl5pPr>
            <a:lvl6pPr algn="l">
              <a:defRPr sz="1500" b="0">
                <a:solidFill>
                  <a:srgbClr val="B7C4CA"/>
                </a:solidFill>
                <a:latin typeface="Arial"/>
                <a:ea typeface="Arial"/>
                <a:cs typeface="Arial"/>
              </a:defRPr>
            </a:lvl6pPr>
            <a:lvl7pPr algn="l">
              <a:defRPr sz="1500" b="0">
                <a:solidFill>
                  <a:srgbClr val="B7C4CA"/>
                </a:solidFill>
                <a:latin typeface="Arial"/>
                <a:ea typeface="Arial"/>
                <a:cs typeface="Arial"/>
              </a:defRPr>
            </a:lvl7pPr>
            <a:lvl8pPr algn="l">
              <a:defRPr sz="1500" b="0">
                <a:solidFill>
                  <a:srgbClr val="B7C4CA"/>
                </a:solidFill>
                <a:latin typeface="Arial"/>
                <a:ea typeface="Arial"/>
                <a:cs typeface="Arial"/>
              </a:defRPr>
            </a:lvl8pPr>
            <a:lvl9pPr algn="l">
              <a:defRPr sz="1500" b="0">
                <a:solidFill>
                  <a:srgbClr val="B7C4CA"/>
                </a:solidFill>
                <a:latin typeface="Arial"/>
                <a:ea typeface="Arial"/>
                <a:cs typeface="Arial"/>
              </a:defRPr>
            </a:lvl9pPr>
          </a:lstStyle>
          <a:p xmlns:a="http://schemas.openxmlformats.org/drawingml/2006/main">
            <a:pPr algn="l">
              <a:defRPr sz="1500" b="0">
                <a:solidFill>
                  <a:srgbClr val="B7C4CA"/>
                </a:solidFill>
                <a:latin typeface="Arial"/>
                <a:ea typeface="Arial"/>
                <a:cs typeface="Arial"/>
              </a:defRPr>
            </a:pPr>
            <a:r>
              <a:rPr sz="1500" b="0">
                <a:solidFill>
                  <a:srgbClr val="B7C4CA"/>
                </a:solidFill>
                <a:latin typeface="Arial"/>
                <a:ea typeface="Arial"/>
                <a:cs typeface="Arial"/>
              </a:rPr>
              <a:t>TRUEFRAME studies whether a face image resembles patterns associated with either label in its training examples.</a:t>
            </a:r>
          </a:p>
        </p:txBody>
      </p:sp>
      <p:sp>
        <p:nvSpPr>
          <p:cNvPr id="8" name="">
            <a:extLst xmlns:a="http://schemas.openxmlformats.org/drawingml/2006/main">
              <a:ext uri="{FF2B5EF4-FFF2-40B4-BE49-F238E27FC236}">
                <a16:creationId xmlns:a16="http://schemas.microsoft.com/office/drawing/2014/main" id="{3306E7F8-8E9A-4D1B-8AA0-CD21873B3F00}"/>
              </a:ext>
            </a:extLst>
          </p:cNvPr>
          <p:cNvSpPr>
            <a:spLocks xmlns:a="http://schemas.openxmlformats.org/drawingml/2006/main" noGrp="1"/>
          </p:cNvSpPr>
          <p:nvPr/>
        </p:nvSpPr>
        <p:spPr>
          <a:xfrm xmlns:a="http://schemas.openxmlformats.org/drawingml/2006/main">
            <a:off x="590550" y="3238500"/>
            <a:ext cx="3333750" cy="2047875"/>
          </a:xfrm>
          <a:prstGeom xmlns:a="http://schemas.openxmlformats.org/drawingml/2006/main" prst="roundRect">
            <a:avLst>
              <a:gd name="adj" fmla="val 3721"/>
            </a:avLst>
          </a:prstGeom>
          <a:solidFill xmlns:a="http://schemas.openxmlformats.org/drawingml/2006/main">
            <a:srgbClr val="192630"/>
          </a:solidFill>
          <a:ln xmlns:a="http://schemas.openxmlformats.org/drawingml/2006/main" w="9525">
            <a:solidFill>
              <a:srgbClr val="40515B"/>
            </a:solidFill>
            <a:prstDash val="solid"/>
          </a:ln>
        </p:spPr>
      </p:sp>
      <p:sp>
        <p:nvSpPr>
          <p:cNvPr id="9" name="">
            <a:extLst xmlns:a="http://schemas.openxmlformats.org/drawingml/2006/main">
              <a:ext uri="{FF2B5EF4-FFF2-40B4-BE49-F238E27FC236}">
                <a16:creationId xmlns:a16="http://schemas.microsoft.com/office/drawing/2014/main" id="{8293940B-EA0D-489F-8FEB-04714073EE14}"/>
              </a:ext>
            </a:extLst>
          </p:cNvPr>
          <p:cNvSpPr>
            <a:spLocks xmlns:a="http://schemas.openxmlformats.org/drawingml/2006/main" noGrp="1"/>
          </p:cNvSpPr>
          <p:nvPr/>
        </p:nvSpPr>
        <p:spPr>
          <a:xfrm xmlns:a="http://schemas.openxmlformats.org/drawingml/2006/main">
            <a:off x="781050" y="33909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INPUT</a:t>
            </a:r>
          </a:p>
        </p:txBody>
      </p:sp>
      <p:sp>
        <p:nvSpPr>
          <p:cNvPr id="10" name="">
            <a:extLst xmlns:a="http://schemas.openxmlformats.org/drawingml/2006/main">
              <a:ext uri="{FF2B5EF4-FFF2-40B4-BE49-F238E27FC236}">
                <a16:creationId xmlns:a16="http://schemas.microsoft.com/office/drawing/2014/main" id="{48BEE0B4-B675-4A1E-B151-169642063CDD}"/>
              </a:ext>
            </a:extLst>
          </p:cNvPr>
          <p:cNvSpPr>
            <a:spLocks xmlns:a="http://schemas.openxmlformats.org/drawingml/2006/main" noGrp="1"/>
          </p:cNvSpPr>
          <p:nvPr/>
        </p:nvSpPr>
        <p:spPr>
          <a:xfrm xmlns:a="http://schemas.openxmlformats.org/drawingml/2006/main">
            <a:off x="781050" y="3762375"/>
            <a:ext cx="295275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A face image is decoded, converted to RGB, resized/cropped to 256 × 256 and normalized.</a:t>
            </a:r>
          </a:p>
        </p:txBody>
      </p:sp>
      <p:sp>
        <p:nvSpPr>
          <p:cNvPr id="11" name="">
            <a:extLst xmlns:a="http://schemas.openxmlformats.org/drawingml/2006/main">
              <a:ext uri="{FF2B5EF4-FFF2-40B4-BE49-F238E27FC236}">
                <a16:creationId xmlns:a16="http://schemas.microsoft.com/office/drawing/2014/main" id="{1B10EC96-D3C4-4064-82AB-13431358B3C1}"/>
              </a:ext>
            </a:extLst>
          </p:cNvPr>
          <p:cNvSpPr>
            <a:spLocks xmlns:a="http://schemas.openxmlformats.org/drawingml/2006/main" noGrp="1"/>
          </p:cNvSpPr>
          <p:nvPr/>
        </p:nvSpPr>
        <p:spPr>
          <a:xfrm xmlns:a="http://schemas.openxmlformats.org/drawingml/2006/main">
            <a:off x="4429125" y="3238500"/>
            <a:ext cx="3333750" cy="2047875"/>
          </a:xfrm>
          <a:prstGeom xmlns:a="http://schemas.openxmlformats.org/drawingml/2006/main" prst="roundRect">
            <a:avLst>
              <a:gd name="adj" fmla="val 3721"/>
            </a:avLst>
          </a:prstGeom>
          <a:solidFill xmlns:a="http://schemas.openxmlformats.org/drawingml/2006/main">
            <a:srgbClr val="192630"/>
          </a:solidFill>
          <a:ln xmlns:a="http://schemas.openxmlformats.org/drawingml/2006/main" w="9525">
            <a:solidFill>
              <a:srgbClr val="40515B"/>
            </a:solidFill>
            <a:prstDash val="solid"/>
          </a:ln>
        </p:spPr>
      </p:sp>
      <p:sp>
        <p:nvSpPr>
          <p:cNvPr id="12" name="">
            <a:extLst xmlns:a="http://schemas.openxmlformats.org/drawingml/2006/main">
              <a:ext uri="{FF2B5EF4-FFF2-40B4-BE49-F238E27FC236}">
                <a16:creationId xmlns:a16="http://schemas.microsoft.com/office/drawing/2014/main" id="{048808D8-7A43-47BC-9FF4-D9502BF581E3}"/>
              </a:ext>
            </a:extLst>
          </p:cNvPr>
          <p:cNvSpPr>
            <a:spLocks xmlns:a="http://schemas.openxmlformats.org/drawingml/2006/main" noGrp="1"/>
          </p:cNvSpPr>
          <p:nvPr/>
        </p:nvSpPr>
        <p:spPr>
          <a:xfrm xmlns:a="http://schemas.openxmlformats.org/drawingml/2006/main">
            <a:off x="4619625" y="33909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B454"/>
                </a:solidFill>
                <a:latin typeface="Arial"/>
                <a:ea typeface="Arial"/>
                <a:cs typeface="Arial"/>
              </a:defRPr>
            </a:defPPr>
            <a:lvl1pPr algn="l">
              <a:defRPr sz="1425" b="1">
                <a:solidFill>
                  <a:srgbClr val="FFB454"/>
                </a:solidFill>
                <a:latin typeface="Arial"/>
                <a:ea typeface="Arial"/>
                <a:cs typeface="Arial"/>
              </a:defRPr>
            </a:lvl1pPr>
            <a:lvl2pPr algn="l">
              <a:defRPr sz="1425" b="1">
                <a:solidFill>
                  <a:srgbClr val="FFB454"/>
                </a:solidFill>
                <a:latin typeface="Arial"/>
                <a:ea typeface="Arial"/>
                <a:cs typeface="Arial"/>
              </a:defRPr>
            </a:lvl2pPr>
            <a:lvl3pPr algn="l">
              <a:defRPr sz="1425" b="1">
                <a:solidFill>
                  <a:srgbClr val="FFB454"/>
                </a:solidFill>
                <a:latin typeface="Arial"/>
                <a:ea typeface="Arial"/>
                <a:cs typeface="Arial"/>
              </a:defRPr>
            </a:lvl3pPr>
            <a:lvl4pPr algn="l">
              <a:defRPr sz="1425" b="1">
                <a:solidFill>
                  <a:srgbClr val="FFB454"/>
                </a:solidFill>
                <a:latin typeface="Arial"/>
                <a:ea typeface="Arial"/>
                <a:cs typeface="Arial"/>
              </a:defRPr>
            </a:lvl4pPr>
            <a:lvl5pPr algn="l">
              <a:defRPr sz="1425" b="1">
                <a:solidFill>
                  <a:srgbClr val="FFB454"/>
                </a:solidFill>
                <a:latin typeface="Arial"/>
                <a:ea typeface="Arial"/>
                <a:cs typeface="Arial"/>
              </a:defRPr>
            </a:lvl5pPr>
            <a:lvl6pPr algn="l">
              <a:defRPr sz="1425" b="1">
                <a:solidFill>
                  <a:srgbClr val="FFB454"/>
                </a:solidFill>
                <a:latin typeface="Arial"/>
                <a:ea typeface="Arial"/>
                <a:cs typeface="Arial"/>
              </a:defRPr>
            </a:lvl6pPr>
            <a:lvl7pPr algn="l">
              <a:defRPr sz="1425" b="1">
                <a:solidFill>
                  <a:srgbClr val="FFB454"/>
                </a:solidFill>
                <a:latin typeface="Arial"/>
                <a:ea typeface="Arial"/>
                <a:cs typeface="Arial"/>
              </a:defRPr>
            </a:lvl7pPr>
            <a:lvl8pPr algn="l">
              <a:defRPr sz="1425" b="1">
                <a:solidFill>
                  <a:srgbClr val="FFB454"/>
                </a:solidFill>
                <a:latin typeface="Arial"/>
                <a:ea typeface="Arial"/>
                <a:cs typeface="Arial"/>
              </a:defRPr>
            </a:lvl8pPr>
            <a:lvl9pPr algn="l">
              <a:defRPr sz="1425" b="1">
                <a:solidFill>
                  <a:srgbClr val="FFB454"/>
                </a:solidFill>
                <a:latin typeface="Arial"/>
                <a:ea typeface="Arial"/>
                <a:cs typeface="Arial"/>
              </a:defRPr>
            </a:lvl9pPr>
          </a:lstStyle>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MODEL</a:t>
            </a:r>
          </a:p>
        </p:txBody>
      </p:sp>
      <p:sp>
        <p:nvSpPr>
          <p:cNvPr id="13" name="">
            <a:extLst xmlns:a="http://schemas.openxmlformats.org/drawingml/2006/main">
              <a:ext uri="{FF2B5EF4-FFF2-40B4-BE49-F238E27FC236}">
                <a16:creationId xmlns:a16="http://schemas.microsoft.com/office/drawing/2014/main" id="{280CAD75-34CB-4379-846A-116C084D77EE}"/>
              </a:ext>
            </a:extLst>
          </p:cNvPr>
          <p:cNvSpPr>
            <a:spLocks xmlns:a="http://schemas.openxmlformats.org/drawingml/2006/main" noGrp="1"/>
          </p:cNvSpPr>
          <p:nvPr/>
        </p:nvSpPr>
        <p:spPr>
          <a:xfrm xmlns:a="http://schemas.openxmlformats.org/drawingml/2006/main">
            <a:off x="4619625" y="3762375"/>
            <a:ext cx="295275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An ImageNet-pretrained EfficientNet-B0 extracts visual features; a small classifier predicts one of two classes.</a:t>
            </a:r>
          </a:p>
        </p:txBody>
      </p:sp>
      <p:sp>
        <p:nvSpPr>
          <p:cNvPr id="14" name="">
            <a:extLst xmlns:a="http://schemas.openxmlformats.org/drawingml/2006/main">
              <a:ext uri="{FF2B5EF4-FFF2-40B4-BE49-F238E27FC236}">
                <a16:creationId xmlns:a16="http://schemas.microsoft.com/office/drawing/2014/main" id="{BC0A55EC-32FE-4212-AC33-AA21BCD38252}"/>
              </a:ext>
            </a:extLst>
          </p:cNvPr>
          <p:cNvSpPr>
            <a:spLocks xmlns:a="http://schemas.openxmlformats.org/drawingml/2006/main" noGrp="1"/>
          </p:cNvSpPr>
          <p:nvPr/>
        </p:nvSpPr>
        <p:spPr>
          <a:xfrm xmlns:a="http://schemas.openxmlformats.org/drawingml/2006/main">
            <a:off x="8267700" y="3238500"/>
            <a:ext cx="3333750" cy="2047875"/>
          </a:xfrm>
          <a:prstGeom xmlns:a="http://schemas.openxmlformats.org/drawingml/2006/main" prst="roundRect">
            <a:avLst>
              <a:gd name="adj" fmla="val 3721"/>
            </a:avLst>
          </a:prstGeom>
          <a:solidFill xmlns:a="http://schemas.openxmlformats.org/drawingml/2006/main">
            <a:srgbClr val="192630"/>
          </a:solidFill>
          <a:ln xmlns:a="http://schemas.openxmlformats.org/drawingml/2006/main" w="9525">
            <a:solidFill>
              <a:srgbClr val="40515B"/>
            </a:solidFill>
            <a:prstDash val="solid"/>
          </a:ln>
        </p:spPr>
      </p:sp>
      <p:sp>
        <p:nvSpPr>
          <p:cNvPr id="15" name="">
            <a:extLst xmlns:a="http://schemas.openxmlformats.org/drawingml/2006/main">
              <a:ext uri="{FF2B5EF4-FFF2-40B4-BE49-F238E27FC236}">
                <a16:creationId xmlns:a16="http://schemas.microsoft.com/office/drawing/2014/main" id="{1924FF80-3041-4211-974F-74E0EA4FBC72}"/>
              </a:ext>
            </a:extLst>
          </p:cNvPr>
          <p:cNvSpPr>
            <a:spLocks xmlns:a="http://schemas.openxmlformats.org/drawingml/2006/main" noGrp="1"/>
          </p:cNvSpPr>
          <p:nvPr/>
        </p:nvSpPr>
        <p:spPr>
          <a:xfrm xmlns:a="http://schemas.openxmlformats.org/drawingml/2006/main">
            <a:off x="8458200" y="33909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OUTPUT</a:t>
            </a:r>
          </a:p>
        </p:txBody>
      </p:sp>
      <p:sp>
        <p:nvSpPr>
          <p:cNvPr id="16" name="">
            <a:extLst xmlns:a="http://schemas.openxmlformats.org/drawingml/2006/main">
              <a:ext uri="{FF2B5EF4-FFF2-40B4-BE49-F238E27FC236}">
                <a16:creationId xmlns:a16="http://schemas.microsoft.com/office/drawing/2014/main" id="{152307BC-1A5D-4ADB-8A7B-B7E637D9D27A}"/>
              </a:ext>
            </a:extLst>
          </p:cNvPr>
          <p:cNvSpPr>
            <a:spLocks xmlns:a="http://schemas.openxmlformats.org/drawingml/2006/main" noGrp="1"/>
          </p:cNvSpPr>
          <p:nvPr/>
        </p:nvSpPr>
        <p:spPr>
          <a:xfrm xmlns:a="http://schemas.openxmlformats.org/drawingml/2006/main">
            <a:off x="8458200" y="3762375"/>
            <a:ext cx="295275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A label and raw softmax scores are shown, with optional visual and file-level diagnostics.</a:t>
            </a:r>
          </a:p>
        </p:txBody>
      </p:sp>
      <p:sp>
        <p:nvSpPr>
          <p:cNvPr id="17" name="">
            <a:extLst xmlns:a="http://schemas.openxmlformats.org/drawingml/2006/main">
              <a:ext uri="{FF2B5EF4-FFF2-40B4-BE49-F238E27FC236}">
                <a16:creationId xmlns:a16="http://schemas.microsoft.com/office/drawing/2014/main" id="{12384949-DCB7-4A39-83E2-D1AA9A8D2797}"/>
              </a:ext>
            </a:extLst>
          </p:cNvPr>
          <p:cNvSpPr>
            <a:spLocks xmlns:a="http://schemas.openxmlformats.org/drawingml/2006/main" noGrp="1"/>
          </p:cNvSpPr>
          <p:nvPr/>
        </p:nvSpPr>
        <p:spPr>
          <a:xfrm xmlns:a="http://schemas.openxmlformats.org/drawingml/2006/main">
            <a:off x="628650" y="561975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FFB454"/>
                </a:solidFill>
                <a:latin typeface="Arial"/>
                <a:ea typeface="Arial"/>
                <a:cs typeface="Arial"/>
              </a:defRPr>
            </a:defPPr>
            <a:lvl1pPr algn="l">
              <a:defRPr sz="1125" b="1">
                <a:solidFill>
                  <a:srgbClr val="FFB454"/>
                </a:solidFill>
                <a:latin typeface="Arial"/>
                <a:ea typeface="Arial"/>
                <a:cs typeface="Arial"/>
              </a:defRPr>
            </a:lvl1pPr>
            <a:lvl2pPr algn="l">
              <a:defRPr sz="1125" b="1">
                <a:solidFill>
                  <a:srgbClr val="FFB454"/>
                </a:solidFill>
                <a:latin typeface="Arial"/>
                <a:ea typeface="Arial"/>
                <a:cs typeface="Arial"/>
              </a:defRPr>
            </a:lvl2pPr>
            <a:lvl3pPr algn="l">
              <a:defRPr sz="1125" b="1">
                <a:solidFill>
                  <a:srgbClr val="FFB454"/>
                </a:solidFill>
                <a:latin typeface="Arial"/>
                <a:ea typeface="Arial"/>
                <a:cs typeface="Arial"/>
              </a:defRPr>
            </a:lvl3pPr>
            <a:lvl4pPr algn="l">
              <a:defRPr sz="1125" b="1">
                <a:solidFill>
                  <a:srgbClr val="FFB454"/>
                </a:solidFill>
                <a:latin typeface="Arial"/>
                <a:ea typeface="Arial"/>
                <a:cs typeface="Arial"/>
              </a:defRPr>
            </a:lvl4pPr>
            <a:lvl5pPr algn="l">
              <a:defRPr sz="1125" b="1">
                <a:solidFill>
                  <a:srgbClr val="FFB454"/>
                </a:solidFill>
                <a:latin typeface="Arial"/>
                <a:ea typeface="Arial"/>
                <a:cs typeface="Arial"/>
              </a:defRPr>
            </a:lvl5pPr>
            <a:lvl6pPr algn="l">
              <a:defRPr sz="1125" b="1">
                <a:solidFill>
                  <a:srgbClr val="FFB454"/>
                </a:solidFill>
                <a:latin typeface="Arial"/>
                <a:ea typeface="Arial"/>
                <a:cs typeface="Arial"/>
              </a:defRPr>
            </a:lvl6pPr>
            <a:lvl7pPr algn="l">
              <a:defRPr sz="1125" b="1">
                <a:solidFill>
                  <a:srgbClr val="FFB454"/>
                </a:solidFill>
                <a:latin typeface="Arial"/>
                <a:ea typeface="Arial"/>
                <a:cs typeface="Arial"/>
              </a:defRPr>
            </a:lvl7pPr>
            <a:lvl8pPr algn="l">
              <a:defRPr sz="1125" b="1">
                <a:solidFill>
                  <a:srgbClr val="FFB454"/>
                </a:solidFill>
                <a:latin typeface="Arial"/>
                <a:ea typeface="Arial"/>
                <a:cs typeface="Arial"/>
              </a:defRPr>
            </a:lvl8pPr>
            <a:lvl9pPr algn="l">
              <a:defRPr sz="1125" b="1">
                <a:solidFill>
                  <a:srgbClr val="FFB454"/>
                </a:solidFill>
                <a:latin typeface="Arial"/>
                <a:ea typeface="Arial"/>
                <a:cs typeface="Arial"/>
              </a:defRPr>
            </a:lvl9pPr>
          </a:lstStyle>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Task type</a:t>
            </a:r>
          </a:p>
        </p:txBody>
      </p:sp>
      <p:sp>
        <p:nvSpPr>
          <p:cNvPr id="18" name="">
            <a:extLst xmlns:a="http://schemas.openxmlformats.org/drawingml/2006/main">
              <a:ext uri="{FF2B5EF4-FFF2-40B4-BE49-F238E27FC236}">
                <a16:creationId xmlns:a16="http://schemas.microsoft.com/office/drawing/2014/main" id="{A8A5D40C-D2CA-4563-974E-C9FEA8A34438}"/>
              </a:ext>
            </a:extLst>
          </p:cNvPr>
          <p:cNvSpPr>
            <a:spLocks xmlns:a="http://schemas.openxmlformats.org/drawingml/2006/main" noGrp="1"/>
          </p:cNvSpPr>
          <p:nvPr/>
        </p:nvSpPr>
        <p:spPr>
          <a:xfrm xmlns:a="http://schemas.openxmlformats.org/drawingml/2006/main">
            <a:off x="1952625" y="56197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3F5F6"/>
                </a:solidFill>
                <a:latin typeface="Arial"/>
                <a:ea typeface="Arial"/>
                <a:cs typeface="Arial"/>
              </a:defRPr>
            </a:defPPr>
            <a:lvl1pPr algn="l">
              <a:defRPr sz="1275" b="1">
                <a:solidFill>
                  <a:srgbClr val="F3F5F6"/>
                </a:solidFill>
                <a:latin typeface="Arial"/>
                <a:ea typeface="Arial"/>
                <a:cs typeface="Arial"/>
              </a:defRPr>
            </a:lvl1pPr>
            <a:lvl2pPr algn="l">
              <a:defRPr sz="1275" b="1">
                <a:solidFill>
                  <a:srgbClr val="F3F5F6"/>
                </a:solidFill>
                <a:latin typeface="Arial"/>
                <a:ea typeface="Arial"/>
                <a:cs typeface="Arial"/>
              </a:defRPr>
            </a:lvl2pPr>
            <a:lvl3pPr algn="l">
              <a:defRPr sz="1275" b="1">
                <a:solidFill>
                  <a:srgbClr val="F3F5F6"/>
                </a:solidFill>
                <a:latin typeface="Arial"/>
                <a:ea typeface="Arial"/>
                <a:cs typeface="Arial"/>
              </a:defRPr>
            </a:lvl3pPr>
            <a:lvl4pPr algn="l">
              <a:defRPr sz="1275" b="1">
                <a:solidFill>
                  <a:srgbClr val="F3F5F6"/>
                </a:solidFill>
                <a:latin typeface="Arial"/>
                <a:ea typeface="Arial"/>
                <a:cs typeface="Arial"/>
              </a:defRPr>
            </a:lvl4pPr>
            <a:lvl5pPr algn="l">
              <a:defRPr sz="1275" b="1">
                <a:solidFill>
                  <a:srgbClr val="F3F5F6"/>
                </a:solidFill>
                <a:latin typeface="Arial"/>
                <a:ea typeface="Arial"/>
                <a:cs typeface="Arial"/>
              </a:defRPr>
            </a:lvl5pPr>
            <a:lvl6pPr algn="l">
              <a:defRPr sz="1275" b="1">
                <a:solidFill>
                  <a:srgbClr val="F3F5F6"/>
                </a:solidFill>
                <a:latin typeface="Arial"/>
                <a:ea typeface="Arial"/>
                <a:cs typeface="Arial"/>
              </a:defRPr>
            </a:lvl6pPr>
            <a:lvl7pPr algn="l">
              <a:defRPr sz="1275" b="1">
                <a:solidFill>
                  <a:srgbClr val="F3F5F6"/>
                </a:solidFill>
                <a:latin typeface="Arial"/>
                <a:ea typeface="Arial"/>
                <a:cs typeface="Arial"/>
              </a:defRPr>
            </a:lvl7pPr>
            <a:lvl8pPr algn="l">
              <a:defRPr sz="1275" b="1">
                <a:solidFill>
                  <a:srgbClr val="F3F5F6"/>
                </a:solidFill>
                <a:latin typeface="Arial"/>
                <a:ea typeface="Arial"/>
                <a:cs typeface="Arial"/>
              </a:defRPr>
            </a:lvl8pPr>
            <a:lvl9pPr algn="l">
              <a:defRPr sz="1275" b="1">
                <a:solidFill>
                  <a:srgbClr val="F3F5F6"/>
                </a:solidFill>
                <a:latin typeface="Arial"/>
                <a:ea typeface="Arial"/>
                <a:cs typeface="Arial"/>
              </a:defRPr>
            </a:lvl9pPr>
          </a:lstStyle>
          <a:p xmlns:a="http://schemas.openxmlformats.org/drawingml/2006/main">
            <a:pPr algn="l">
              <a:defRPr sz="1275" b="1">
                <a:solidFill>
                  <a:srgbClr val="F3F5F6"/>
                </a:solidFill>
                <a:latin typeface="Arial"/>
                <a:ea typeface="Arial"/>
                <a:cs typeface="Arial"/>
              </a:defRPr>
            </a:pPr>
            <a:r>
              <a:rPr sz="1275" b="1">
                <a:solidFill>
                  <a:srgbClr val="F3F5F6"/>
                </a:solidFill>
                <a:latin typeface="Arial"/>
                <a:ea typeface="Arial"/>
                <a:cs typeface="Arial"/>
              </a:rPr>
              <a:t>Supervised binary image classification</a:t>
            </a:r>
          </a:p>
        </p:txBody>
      </p:sp>
    </p:spTree>
    <p:extLst>
      <p:ext uri="{BB962C8B-B14F-4D97-AF65-F5344CB8AC3E}">
        <p14:creationId xmlns:p14="http://schemas.microsoft.com/office/powerpoint/2010/main" val="1344870493"/>
      </p:ext>
    </p:extLst>
  </p:cSld>
</p:sld>
</file>

<file path=ppt/slides/slide3.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3F84C50-3443-4C7B-93E4-279AFA78463A}"/>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02  /  TASK DEFINITION</a:t>
            </a:r>
          </a:p>
        </p:txBody>
      </p:sp>
      <p:sp>
        <p:nvSpPr>
          <p:cNvPr id="2" name="">
            <a:extLst xmlns:a="http://schemas.openxmlformats.org/drawingml/2006/main">
              <a:ext uri="{FF2B5EF4-FFF2-40B4-BE49-F238E27FC236}">
                <a16:creationId xmlns:a16="http://schemas.microsoft.com/office/drawing/2014/main" id="{0E6FA82C-96AC-4638-970B-CF67DD1C6215}"/>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Problem statement &amp; project scope</a:t>
            </a:r>
          </a:p>
        </p:txBody>
      </p:sp>
      <p:sp>
        <p:nvSpPr>
          <p:cNvPr id="3" name="">
            <a:extLst xmlns:a="http://schemas.openxmlformats.org/drawingml/2006/main">
              <a:ext uri="{FF2B5EF4-FFF2-40B4-BE49-F238E27FC236}">
                <a16:creationId xmlns:a16="http://schemas.microsoft.com/office/drawing/2014/main" id="{56CC3266-F6E1-4690-A6E8-558EAD6D4D8B}"/>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BA745C07-8F4A-49A2-B051-25B375425D95}"/>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8DD4EB72-3A55-44DD-9EDC-5787B99C21C9}"/>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DC9E1B30-5A6B-41AE-91ED-9CF7DE8BB526}"/>
              </a:ext>
            </a:extLst>
          </p:cNvPr>
          <p:cNvSpPr>
            <a:spLocks xmlns:a="http://schemas.openxmlformats.org/drawingml/2006/main" noGrp="1"/>
          </p:cNvSpPr>
          <p:nvPr/>
        </p:nvSpPr>
        <p:spPr>
          <a:xfrm xmlns:a="http://schemas.openxmlformats.org/drawingml/2006/main">
            <a:off x="590550" y="1600200"/>
            <a:ext cx="5191125" cy="1714500"/>
          </a:xfrm>
          <a:prstGeom xmlns:a="http://schemas.openxmlformats.org/drawingml/2006/main" prst="roundRect">
            <a:avLst>
              <a:gd name="adj" fmla="val 4444"/>
            </a:avLst>
          </a:prstGeom>
          <a:solidFill xmlns:a="http://schemas.openxmlformats.org/drawingml/2006/main">
            <a:srgbClr val="192630"/>
          </a:solidFill>
          <a:ln xmlns:a="http://schemas.openxmlformats.org/drawingml/2006/main" w="9525">
            <a:solidFill>
              <a:srgbClr val="40515B"/>
            </a:solidFill>
            <a:prstDash val="solid"/>
          </a:ln>
        </p:spPr>
      </p:sp>
      <p:sp>
        <p:nvSpPr>
          <p:cNvPr id="7" name="">
            <a:extLst xmlns:a="http://schemas.openxmlformats.org/drawingml/2006/main">
              <a:ext uri="{FF2B5EF4-FFF2-40B4-BE49-F238E27FC236}">
                <a16:creationId xmlns:a16="http://schemas.microsoft.com/office/drawing/2014/main" id="{1968B42B-36FF-40D1-831F-440EF51431DE}"/>
              </a:ext>
            </a:extLst>
          </p:cNvPr>
          <p:cNvSpPr>
            <a:spLocks xmlns:a="http://schemas.openxmlformats.org/drawingml/2006/main" noGrp="1"/>
          </p:cNvSpPr>
          <p:nvPr/>
        </p:nvSpPr>
        <p:spPr>
          <a:xfrm xmlns:a="http://schemas.openxmlformats.org/drawingml/2006/main">
            <a:off x="781050" y="175260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PROBLEM</a:t>
            </a:r>
          </a:p>
        </p:txBody>
      </p:sp>
      <p:sp>
        <p:nvSpPr>
          <p:cNvPr id="8" name="">
            <a:extLst xmlns:a="http://schemas.openxmlformats.org/drawingml/2006/main">
              <a:ext uri="{FF2B5EF4-FFF2-40B4-BE49-F238E27FC236}">
                <a16:creationId xmlns:a16="http://schemas.microsoft.com/office/drawing/2014/main" id="{E72E8FB2-C324-437E-A5C8-7F471E34BA12}"/>
              </a:ext>
            </a:extLst>
          </p:cNvPr>
          <p:cNvSpPr>
            <a:spLocks xmlns:a="http://schemas.openxmlformats.org/drawingml/2006/main" noGrp="1"/>
          </p:cNvSpPr>
          <p:nvPr/>
        </p:nvSpPr>
        <p:spPr>
          <a:xfrm xmlns:a="http://schemas.openxmlformats.org/drawingml/2006/main">
            <a:off x="781050" y="2124075"/>
            <a:ext cx="4810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Given a face image, predict whether it belongs to the genuine-photo class or the AI-generated-image class.</a:t>
            </a:r>
          </a:p>
        </p:txBody>
      </p:sp>
      <p:sp>
        <p:nvSpPr>
          <p:cNvPr id="9" name="">
            <a:extLst xmlns:a="http://schemas.openxmlformats.org/drawingml/2006/main">
              <a:ext uri="{FF2B5EF4-FFF2-40B4-BE49-F238E27FC236}">
                <a16:creationId xmlns:a16="http://schemas.microsoft.com/office/drawing/2014/main" id="{D072EDDB-80E8-458C-ACF2-628883BE7DDF}"/>
              </a:ext>
            </a:extLst>
          </p:cNvPr>
          <p:cNvSpPr>
            <a:spLocks xmlns:a="http://schemas.openxmlformats.org/drawingml/2006/main" noGrp="1"/>
          </p:cNvSpPr>
          <p:nvPr/>
        </p:nvSpPr>
        <p:spPr>
          <a:xfrm xmlns:a="http://schemas.openxmlformats.org/drawingml/2006/main">
            <a:off x="6048375" y="1600200"/>
            <a:ext cx="5553075" cy="1714500"/>
          </a:xfrm>
          <a:prstGeom xmlns:a="http://schemas.openxmlformats.org/drawingml/2006/main" prst="roundRect">
            <a:avLst>
              <a:gd name="adj" fmla="val 4444"/>
            </a:avLst>
          </a:prstGeom>
          <a:solidFill xmlns:a="http://schemas.openxmlformats.org/drawingml/2006/main">
            <a:srgbClr val="192630"/>
          </a:solidFill>
          <a:ln xmlns:a="http://schemas.openxmlformats.org/drawingml/2006/main" w="9525">
            <a:solidFill>
              <a:srgbClr val="40515B"/>
            </a:solidFill>
            <a:prstDash val="solid"/>
          </a:ln>
        </p:spPr>
      </p:sp>
      <p:sp>
        <p:nvSpPr>
          <p:cNvPr id="10" name="">
            <a:extLst xmlns:a="http://schemas.openxmlformats.org/drawingml/2006/main">
              <a:ext uri="{FF2B5EF4-FFF2-40B4-BE49-F238E27FC236}">
                <a16:creationId xmlns:a16="http://schemas.microsoft.com/office/drawing/2014/main" id="{74EBC247-E961-4BCE-BE0E-6DE856B628B5}"/>
              </a:ext>
            </a:extLst>
          </p:cNvPr>
          <p:cNvSpPr>
            <a:spLocks xmlns:a="http://schemas.openxmlformats.org/drawingml/2006/main" noGrp="1"/>
          </p:cNvSpPr>
          <p:nvPr/>
        </p:nvSpPr>
        <p:spPr>
          <a:xfrm xmlns:a="http://schemas.openxmlformats.org/drawingml/2006/main">
            <a:off x="6238875" y="1752600"/>
            <a:ext cx="5172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B454"/>
                </a:solidFill>
                <a:latin typeface="Arial"/>
                <a:ea typeface="Arial"/>
                <a:cs typeface="Arial"/>
              </a:defRPr>
            </a:defPPr>
            <a:lvl1pPr algn="l">
              <a:defRPr sz="1425" b="1">
                <a:solidFill>
                  <a:srgbClr val="FFB454"/>
                </a:solidFill>
                <a:latin typeface="Arial"/>
                <a:ea typeface="Arial"/>
                <a:cs typeface="Arial"/>
              </a:defRPr>
            </a:lvl1pPr>
            <a:lvl2pPr algn="l">
              <a:defRPr sz="1425" b="1">
                <a:solidFill>
                  <a:srgbClr val="FFB454"/>
                </a:solidFill>
                <a:latin typeface="Arial"/>
                <a:ea typeface="Arial"/>
                <a:cs typeface="Arial"/>
              </a:defRPr>
            </a:lvl2pPr>
            <a:lvl3pPr algn="l">
              <a:defRPr sz="1425" b="1">
                <a:solidFill>
                  <a:srgbClr val="FFB454"/>
                </a:solidFill>
                <a:latin typeface="Arial"/>
                <a:ea typeface="Arial"/>
                <a:cs typeface="Arial"/>
              </a:defRPr>
            </a:lvl3pPr>
            <a:lvl4pPr algn="l">
              <a:defRPr sz="1425" b="1">
                <a:solidFill>
                  <a:srgbClr val="FFB454"/>
                </a:solidFill>
                <a:latin typeface="Arial"/>
                <a:ea typeface="Arial"/>
                <a:cs typeface="Arial"/>
              </a:defRPr>
            </a:lvl4pPr>
            <a:lvl5pPr algn="l">
              <a:defRPr sz="1425" b="1">
                <a:solidFill>
                  <a:srgbClr val="FFB454"/>
                </a:solidFill>
                <a:latin typeface="Arial"/>
                <a:ea typeface="Arial"/>
                <a:cs typeface="Arial"/>
              </a:defRPr>
            </a:lvl5pPr>
            <a:lvl6pPr algn="l">
              <a:defRPr sz="1425" b="1">
                <a:solidFill>
                  <a:srgbClr val="FFB454"/>
                </a:solidFill>
                <a:latin typeface="Arial"/>
                <a:ea typeface="Arial"/>
                <a:cs typeface="Arial"/>
              </a:defRPr>
            </a:lvl6pPr>
            <a:lvl7pPr algn="l">
              <a:defRPr sz="1425" b="1">
                <a:solidFill>
                  <a:srgbClr val="FFB454"/>
                </a:solidFill>
                <a:latin typeface="Arial"/>
                <a:ea typeface="Arial"/>
                <a:cs typeface="Arial"/>
              </a:defRPr>
            </a:lvl7pPr>
            <a:lvl8pPr algn="l">
              <a:defRPr sz="1425" b="1">
                <a:solidFill>
                  <a:srgbClr val="FFB454"/>
                </a:solidFill>
                <a:latin typeface="Arial"/>
                <a:ea typeface="Arial"/>
                <a:cs typeface="Arial"/>
              </a:defRPr>
            </a:lvl8pPr>
            <a:lvl9pPr algn="l">
              <a:defRPr sz="1425" b="1">
                <a:solidFill>
                  <a:srgbClr val="FFB454"/>
                </a:solidFill>
                <a:latin typeface="Arial"/>
                <a:ea typeface="Arial"/>
                <a:cs typeface="Arial"/>
              </a:defRPr>
            </a:lvl9pPr>
          </a:lstStyle>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PROJECT OBJECTIVES</a:t>
            </a:r>
          </a:p>
        </p:txBody>
      </p:sp>
      <p:sp>
        <p:nvSpPr>
          <p:cNvPr id="11" name="">
            <a:extLst xmlns:a="http://schemas.openxmlformats.org/drawingml/2006/main">
              <a:ext uri="{FF2B5EF4-FFF2-40B4-BE49-F238E27FC236}">
                <a16:creationId xmlns:a16="http://schemas.microsoft.com/office/drawing/2014/main" id="{5FC939D4-64E2-439A-AFC0-1FCBDAAE2C9A}"/>
              </a:ext>
            </a:extLst>
          </p:cNvPr>
          <p:cNvSpPr>
            <a:spLocks xmlns:a="http://schemas.openxmlformats.org/drawingml/2006/main" noGrp="1"/>
          </p:cNvSpPr>
          <p:nvPr/>
        </p:nvSpPr>
        <p:spPr>
          <a:xfrm xmlns:a="http://schemas.openxmlformats.org/drawingml/2006/main">
            <a:off x="6238875" y="2124075"/>
            <a:ext cx="51720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Build a reproducible image-classification pipeline; fine-tune a pretrained CNN; expose model output and supporting visual diagnostics.</a:t>
            </a:r>
          </a:p>
        </p:txBody>
      </p:sp>
      <p:sp>
        <p:nvSpPr>
          <p:cNvPr id="12" name="">
            <a:extLst xmlns:a="http://schemas.openxmlformats.org/drawingml/2006/main">
              <a:ext uri="{FF2B5EF4-FFF2-40B4-BE49-F238E27FC236}">
                <a16:creationId xmlns:a16="http://schemas.microsoft.com/office/drawing/2014/main" id="{CA22803D-17EE-4A1A-9831-47B5BE654C5F}"/>
              </a:ext>
            </a:extLst>
          </p:cNvPr>
          <p:cNvSpPr>
            <a:spLocks xmlns:a="http://schemas.openxmlformats.org/drawingml/2006/main" noGrp="1"/>
          </p:cNvSpPr>
          <p:nvPr/>
        </p:nvSpPr>
        <p:spPr>
          <a:xfrm xmlns:a="http://schemas.openxmlformats.org/drawingml/2006/main">
            <a:off x="628650" y="3714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IN SCOPE</a:t>
            </a:r>
          </a:p>
        </p:txBody>
      </p:sp>
      <p:sp>
        <p:nvSpPr>
          <p:cNvPr id="13" name="">
            <a:extLst xmlns:a="http://schemas.openxmlformats.org/drawingml/2006/main">
              <a:ext uri="{FF2B5EF4-FFF2-40B4-BE49-F238E27FC236}">
                <a16:creationId xmlns:a16="http://schemas.microsoft.com/office/drawing/2014/main" id="{E29AC57D-B974-4E40-8CE9-D3CA78584CB4}"/>
              </a:ext>
            </a:extLst>
          </p:cNvPr>
          <p:cNvSpPr>
            <a:spLocks xmlns:a="http://schemas.openxmlformats.org/drawingml/2006/main" noGrp="1"/>
          </p:cNvSpPr>
          <p:nvPr/>
        </p:nvSpPr>
        <p:spPr>
          <a:xfrm xmlns:a="http://schemas.openxmlformats.org/drawingml/2006/main">
            <a:off x="628650" y="4095750"/>
            <a:ext cx="4762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F3F5F6"/>
                </a:solidFill>
                <a:latin typeface="Arial"/>
                <a:ea typeface="Arial"/>
                <a:cs typeface="Arial"/>
              </a:defRPr>
            </a:defPPr>
            <a:lvl1pPr algn="l">
              <a:defRPr sz="1425" b="0">
                <a:solidFill>
                  <a:srgbClr val="F3F5F6"/>
                </a:solidFill>
                <a:latin typeface="Arial"/>
                <a:ea typeface="Arial"/>
                <a:cs typeface="Arial"/>
              </a:defRPr>
            </a:lvl1pPr>
            <a:lvl2pPr algn="l">
              <a:defRPr sz="1425" b="0">
                <a:solidFill>
                  <a:srgbClr val="F3F5F6"/>
                </a:solidFill>
                <a:latin typeface="Arial"/>
                <a:ea typeface="Arial"/>
                <a:cs typeface="Arial"/>
              </a:defRPr>
            </a:lvl2pPr>
            <a:lvl3pPr algn="l">
              <a:defRPr sz="1425" b="0">
                <a:solidFill>
                  <a:srgbClr val="F3F5F6"/>
                </a:solidFill>
                <a:latin typeface="Arial"/>
                <a:ea typeface="Arial"/>
                <a:cs typeface="Arial"/>
              </a:defRPr>
            </a:lvl3pPr>
            <a:lvl4pPr algn="l">
              <a:defRPr sz="1425" b="0">
                <a:solidFill>
                  <a:srgbClr val="F3F5F6"/>
                </a:solidFill>
                <a:latin typeface="Arial"/>
                <a:ea typeface="Arial"/>
                <a:cs typeface="Arial"/>
              </a:defRPr>
            </a:lvl4pPr>
            <a:lvl5pPr algn="l">
              <a:defRPr sz="1425" b="0">
                <a:solidFill>
                  <a:srgbClr val="F3F5F6"/>
                </a:solidFill>
                <a:latin typeface="Arial"/>
                <a:ea typeface="Arial"/>
                <a:cs typeface="Arial"/>
              </a:defRPr>
            </a:lvl5pPr>
            <a:lvl6pPr algn="l">
              <a:defRPr sz="1425" b="0">
                <a:solidFill>
                  <a:srgbClr val="F3F5F6"/>
                </a:solidFill>
                <a:latin typeface="Arial"/>
                <a:ea typeface="Arial"/>
                <a:cs typeface="Arial"/>
              </a:defRPr>
            </a:lvl6pPr>
            <a:lvl7pPr algn="l">
              <a:defRPr sz="1425" b="0">
                <a:solidFill>
                  <a:srgbClr val="F3F5F6"/>
                </a:solidFill>
                <a:latin typeface="Arial"/>
                <a:ea typeface="Arial"/>
                <a:cs typeface="Arial"/>
              </a:defRPr>
            </a:lvl7pPr>
            <a:lvl8pPr algn="l">
              <a:defRPr sz="1425" b="0">
                <a:solidFill>
                  <a:srgbClr val="F3F5F6"/>
                </a:solidFill>
                <a:latin typeface="Arial"/>
                <a:ea typeface="Arial"/>
                <a:cs typeface="Arial"/>
              </a:defRPr>
            </a:lvl8pPr>
            <a:lvl9pPr algn="l">
              <a:defRPr sz="1425" b="0">
                <a:solidFill>
                  <a:srgbClr val="F3F5F6"/>
                </a:solidFill>
                <a:latin typeface="Arial"/>
                <a:ea typeface="Arial"/>
                <a:cs typeface="Arial"/>
              </a:defRPr>
            </a:lvl9pPr>
          </a:lstStyle>
          <a:p xmlns:a="http://schemas.openxmlformats.org/drawingml/2006/main">
            <a:pPr algn="l">
              <a:defRPr sz="1425" b="0">
                <a:solidFill>
                  <a:srgbClr val="F3F5F6"/>
                </a:solidFill>
                <a:latin typeface="Arial"/>
                <a:ea typeface="Arial"/>
                <a:cs typeface="Arial"/>
              </a:defRPr>
            </a:pPr>
            <a:r>
              <a:rPr sz="1425" b="0">
                <a:solidFill>
                  <a:srgbClr val="F3F5F6"/>
                </a:solidFill>
                <a:latin typeface="Arial"/>
                <a:ea typeface="Arial"/>
                <a:cs typeface="Arial"/>
              </a:rPr>
              <a:t>• Binary face-image classification</a:t>
            </a:r>
          </a:p>
          <a:p xmlns:a="http://schemas.openxmlformats.org/drawingml/2006/main">
            <a:pPr algn="l">
              <a:defRPr sz="1425" b="0">
                <a:solidFill>
                  <a:srgbClr val="F3F5F6"/>
                </a:solidFill>
                <a:latin typeface="Arial"/>
                <a:ea typeface="Arial"/>
                <a:cs typeface="Arial"/>
              </a:defRPr>
            </a:pPr>
            <a:r>
              <a:rPr sz="1425" b="0">
                <a:solidFill>
                  <a:srgbClr val="F3F5F6"/>
                </a:solidFill>
                <a:latin typeface="Arial"/>
                <a:ea typeface="Arial"/>
                <a:cs typeface="Arial"/>
              </a:rPr>
              <a:t>• Transfer learning and fine-tuning</a:t>
            </a:r>
          </a:p>
          <a:p xmlns:a="http://schemas.openxmlformats.org/drawingml/2006/main">
            <a:pPr algn="l">
              <a:defRPr sz="1425" b="0">
                <a:solidFill>
                  <a:srgbClr val="F3F5F6"/>
                </a:solidFill>
                <a:latin typeface="Arial"/>
                <a:ea typeface="Arial"/>
                <a:cs typeface="Arial"/>
              </a:defRPr>
            </a:pPr>
            <a:r>
              <a:rPr sz="1425" b="0">
                <a:solidFill>
                  <a:srgbClr val="F3F5F6"/>
                </a:solidFill>
                <a:latin typeface="Arial"/>
                <a:ea typeface="Arial"/>
                <a:cs typeface="Arial"/>
              </a:rPr>
              <a:t>• Grad-CAM, ELA and FFT as exploratory views</a:t>
            </a:r>
          </a:p>
        </p:txBody>
      </p:sp>
      <p:sp>
        <p:nvSpPr>
          <p:cNvPr id="14" name="">
            <a:extLst xmlns:a="http://schemas.openxmlformats.org/drawingml/2006/main">
              <a:ext uri="{FF2B5EF4-FFF2-40B4-BE49-F238E27FC236}">
                <a16:creationId xmlns:a16="http://schemas.microsoft.com/office/drawing/2014/main" id="{286960DB-15D1-46DE-B812-A42DC0A3D1CC}"/>
              </a:ext>
            </a:extLst>
          </p:cNvPr>
          <p:cNvSpPr>
            <a:spLocks xmlns:a="http://schemas.openxmlformats.org/drawingml/2006/main" noGrp="1"/>
          </p:cNvSpPr>
          <p:nvPr/>
        </p:nvSpPr>
        <p:spPr>
          <a:xfrm xmlns:a="http://schemas.openxmlformats.org/drawingml/2006/main">
            <a:off x="6134100" y="3714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FB454"/>
                </a:solidFill>
                <a:latin typeface="Arial"/>
                <a:ea typeface="Arial"/>
                <a:cs typeface="Arial"/>
              </a:defRPr>
            </a:defPPr>
            <a:lvl1pPr algn="l">
              <a:defRPr sz="1200" b="1">
                <a:solidFill>
                  <a:srgbClr val="FFB454"/>
                </a:solidFill>
                <a:latin typeface="Arial"/>
                <a:ea typeface="Arial"/>
                <a:cs typeface="Arial"/>
              </a:defRPr>
            </a:lvl1pPr>
            <a:lvl2pPr algn="l">
              <a:defRPr sz="1200" b="1">
                <a:solidFill>
                  <a:srgbClr val="FFB454"/>
                </a:solidFill>
                <a:latin typeface="Arial"/>
                <a:ea typeface="Arial"/>
                <a:cs typeface="Arial"/>
              </a:defRPr>
            </a:lvl2pPr>
            <a:lvl3pPr algn="l">
              <a:defRPr sz="1200" b="1">
                <a:solidFill>
                  <a:srgbClr val="FFB454"/>
                </a:solidFill>
                <a:latin typeface="Arial"/>
                <a:ea typeface="Arial"/>
                <a:cs typeface="Arial"/>
              </a:defRPr>
            </a:lvl3pPr>
            <a:lvl4pPr algn="l">
              <a:defRPr sz="1200" b="1">
                <a:solidFill>
                  <a:srgbClr val="FFB454"/>
                </a:solidFill>
                <a:latin typeface="Arial"/>
                <a:ea typeface="Arial"/>
                <a:cs typeface="Arial"/>
              </a:defRPr>
            </a:lvl4pPr>
            <a:lvl5pPr algn="l">
              <a:defRPr sz="1200" b="1">
                <a:solidFill>
                  <a:srgbClr val="FFB454"/>
                </a:solidFill>
                <a:latin typeface="Arial"/>
                <a:ea typeface="Arial"/>
                <a:cs typeface="Arial"/>
              </a:defRPr>
            </a:lvl5pPr>
            <a:lvl6pPr algn="l">
              <a:defRPr sz="1200" b="1">
                <a:solidFill>
                  <a:srgbClr val="FFB454"/>
                </a:solidFill>
                <a:latin typeface="Arial"/>
                <a:ea typeface="Arial"/>
                <a:cs typeface="Arial"/>
              </a:defRPr>
            </a:lvl6pPr>
            <a:lvl7pPr algn="l">
              <a:defRPr sz="1200" b="1">
                <a:solidFill>
                  <a:srgbClr val="FFB454"/>
                </a:solidFill>
                <a:latin typeface="Arial"/>
                <a:ea typeface="Arial"/>
                <a:cs typeface="Arial"/>
              </a:defRPr>
            </a:lvl7pPr>
            <a:lvl8pPr algn="l">
              <a:defRPr sz="1200" b="1">
                <a:solidFill>
                  <a:srgbClr val="FFB454"/>
                </a:solidFill>
                <a:latin typeface="Arial"/>
                <a:ea typeface="Arial"/>
                <a:cs typeface="Arial"/>
              </a:defRPr>
            </a:lvl8pPr>
            <a:lvl9pPr algn="l">
              <a:defRPr sz="1200" b="1">
                <a:solidFill>
                  <a:srgbClr val="FFB454"/>
                </a:solidFill>
                <a:latin typeface="Arial"/>
                <a:ea typeface="Arial"/>
                <a:cs typeface="Arial"/>
              </a:defRPr>
            </a:lvl9pPr>
          </a:lstStyle>
          <a:p xmlns:a="http://schemas.openxmlformats.org/drawingml/2006/main">
            <a:pPr algn="l">
              <a:defRPr sz="1200" b="1">
                <a:solidFill>
                  <a:srgbClr val="FFB454"/>
                </a:solidFill>
                <a:latin typeface="Arial"/>
                <a:ea typeface="Arial"/>
                <a:cs typeface="Arial"/>
              </a:defRPr>
            </a:pPr>
            <a:r>
              <a:rPr sz="1200" b="1">
                <a:solidFill>
                  <a:srgbClr val="FFB454"/>
                </a:solidFill>
                <a:latin typeface="Arial"/>
                <a:ea typeface="Arial"/>
                <a:cs typeface="Arial"/>
              </a:rPr>
              <a:t>OUT OF SCOPE</a:t>
            </a:r>
          </a:p>
        </p:txBody>
      </p:sp>
      <p:sp>
        <p:nvSpPr>
          <p:cNvPr id="15" name="">
            <a:extLst xmlns:a="http://schemas.openxmlformats.org/drawingml/2006/main">
              <a:ext uri="{FF2B5EF4-FFF2-40B4-BE49-F238E27FC236}">
                <a16:creationId xmlns:a16="http://schemas.microsoft.com/office/drawing/2014/main" id="{1F58EFD1-2CB1-41D8-B860-2B91051B57B1}"/>
              </a:ext>
            </a:extLst>
          </p:cNvPr>
          <p:cNvSpPr>
            <a:spLocks xmlns:a="http://schemas.openxmlformats.org/drawingml/2006/main" noGrp="1"/>
          </p:cNvSpPr>
          <p:nvPr/>
        </p:nvSpPr>
        <p:spPr>
          <a:xfrm xmlns:a="http://schemas.openxmlformats.org/drawingml/2006/main">
            <a:off x="6134100" y="4095750"/>
            <a:ext cx="5143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F3F5F6"/>
                </a:solidFill>
                <a:latin typeface="Arial"/>
                <a:ea typeface="Arial"/>
                <a:cs typeface="Arial"/>
              </a:defRPr>
            </a:defPPr>
            <a:lvl1pPr algn="l">
              <a:defRPr sz="1425" b="0">
                <a:solidFill>
                  <a:srgbClr val="F3F5F6"/>
                </a:solidFill>
                <a:latin typeface="Arial"/>
                <a:ea typeface="Arial"/>
                <a:cs typeface="Arial"/>
              </a:defRPr>
            </a:lvl1pPr>
            <a:lvl2pPr algn="l">
              <a:defRPr sz="1425" b="0">
                <a:solidFill>
                  <a:srgbClr val="F3F5F6"/>
                </a:solidFill>
                <a:latin typeface="Arial"/>
                <a:ea typeface="Arial"/>
                <a:cs typeface="Arial"/>
              </a:defRPr>
            </a:lvl2pPr>
            <a:lvl3pPr algn="l">
              <a:defRPr sz="1425" b="0">
                <a:solidFill>
                  <a:srgbClr val="F3F5F6"/>
                </a:solidFill>
                <a:latin typeface="Arial"/>
                <a:ea typeface="Arial"/>
                <a:cs typeface="Arial"/>
              </a:defRPr>
            </a:lvl3pPr>
            <a:lvl4pPr algn="l">
              <a:defRPr sz="1425" b="0">
                <a:solidFill>
                  <a:srgbClr val="F3F5F6"/>
                </a:solidFill>
                <a:latin typeface="Arial"/>
                <a:ea typeface="Arial"/>
                <a:cs typeface="Arial"/>
              </a:defRPr>
            </a:lvl4pPr>
            <a:lvl5pPr algn="l">
              <a:defRPr sz="1425" b="0">
                <a:solidFill>
                  <a:srgbClr val="F3F5F6"/>
                </a:solidFill>
                <a:latin typeface="Arial"/>
                <a:ea typeface="Arial"/>
                <a:cs typeface="Arial"/>
              </a:defRPr>
            </a:lvl5pPr>
            <a:lvl6pPr algn="l">
              <a:defRPr sz="1425" b="0">
                <a:solidFill>
                  <a:srgbClr val="F3F5F6"/>
                </a:solidFill>
                <a:latin typeface="Arial"/>
                <a:ea typeface="Arial"/>
                <a:cs typeface="Arial"/>
              </a:defRPr>
            </a:lvl6pPr>
            <a:lvl7pPr algn="l">
              <a:defRPr sz="1425" b="0">
                <a:solidFill>
                  <a:srgbClr val="F3F5F6"/>
                </a:solidFill>
                <a:latin typeface="Arial"/>
                <a:ea typeface="Arial"/>
                <a:cs typeface="Arial"/>
              </a:defRPr>
            </a:lvl7pPr>
            <a:lvl8pPr algn="l">
              <a:defRPr sz="1425" b="0">
                <a:solidFill>
                  <a:srgbClr val="F3F5F6"/>
                </a:solidFill>
                <a:latin typeface="Arial"/>
                <a:ea typeface="Arial"/>
                <a:cs typeface="Arial"/>
              </a:defRPr>
            </a:lvl8pPr>
            <a:lvl9pPr algn="l">
              <a:defRPr sz="1425" b="0">
                <a:solidFill>
                  <a:srgbClr val="F3F5F6"/>
                </a:solidFill>
                <a:latin typeface="Arial"/>
                <a:ea typeface="Arial"/>
                <a:cs typeface="Arial"/>
              </a:defRPr>
            </a:lvl9pPr>
          </a:lstStyle>
          <a:p xmlns:a="http://schemas.openxmlformats.org/drawingml/2006/main">
            <a:pPr algn="l">
              <a:defRPr sz="1425" b="0">
                <a:solidFill>
                  <a:srgbClr val="F3F5F6"/>
                </a:solidFill>
                <a:latin typeface="Arial"/>
                <a:ea typeface="Arial"/>
                <a:cs typeface="Arial"/>
              </a:defRPr>
            </a:pPr>
            <a:r>
              <a:rPr sz="1425" b="0">
                <a:solidFill>
                  <a:srgbClr val="F3F5F6"/>
                </a:solidFill>
                <a:latin typeface="Arial"/>
                <a:ea typeface="Arial"/>
                <a:cs typeface="Arial"/>
              </a:rPr>
              <a:t>• Deepfake / face-swap detection</a:t>
            </a:r>
          </a:p>
          <a:p xmlns:a="http://schemas.openxmlformats.org/drawingml/2006/main">
            <a:pPr algn="l">
              <a:defRPr sz="1425" b="0">
                <a:solidFill>
                  <a:srgbClr val="F3F5F6"/>
                </a:solidFill>
                <a:latin typeface="Arial"/>
                <a:ea typeface="Arial"/>
                <a:cs typeface="Arial"/>
              </a:defRPr>
            </a:pPr>
            <a:r>
              <a:rPr sz="1425" b="0">
                <a:solidFill>
                  <a:srgbClr val="F3F5F6"/>
                </a:solidFill>
                <a:latin typeface="Arial"/>
                <a:ea typeface="Arial"/>
                <a:cs typeface="Arial"/>
              </a:rPr>
              <a:t>• Universal image-authenticity verification</a:t>
            </a:r>
          </a:p>
          <a:p xmlns:a="http://schemas.openxmlformats.org/drawingml/2006/main">
            <a:pPr algn="l">
              <a:defRPr sz="1425" b="0">
                <a:solidFill>
                  <a:srgbClr val="F3F5F6"/>
                </a:solidFill>
                <a:latin typeface="Arial"/>
                <a:ea typeface="Arial"/>
                <a:cs typeface="Arial"/>
              </a:defRPr>
            </a:pPr>
            <a:r>
              <a:rPr sz="1425" b="0">
                <a:solidFill>
                  <a:srgbClr val="F3F5F6"/>
                </a:solidFill>
                <a:latin typeface="Arial"/>
                <a:ea typeface="Arial"/>
                <a:cs typeface="Arial"/>
              </a:rPr>
              <a:t>• Camera calibration, stereo reconstruction, object detection or segmentation</a:t>
            </a:r>
          </a:p>
        </p:txBody>
      </p:sp>
      <p:sp>
        <p:nvSpPr>
          <p:cNvPr id="16" name="">
            <a:extLst xmlns:a="http://schemas.openxmlformats.org/drawingml/2006/main">
              <a:ext uri="{FF2B5EF4-FFF2-40B4-BE49-F238E27FC236}">
                <a16:creationId xmlns:a16="http://schemas.microsoft.com/office/drawing/2014/main" id="{59DD10F2-A2EF-4B53-B851-B3F096EED427}"/>
              </a:ext>
            </a:extLst>
          </p:cNvPr>
          <p:cNvSpPr>
            <a:spLocks xmlns:a="http://schemas.openxmlformats.org/drawingml/2006/main" noGrp="1"/>
          </p:cNvSpPr>
          <p:nvPr/>
        </p:nvSpPr>
        <p:spPr>
          <a:xfrm xmlns:a="http://schemas.openxmlformats.org/drawingml/2006/main">
            <a:off x="619125" y="58769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B7C4CA"/>
                </a:solidFill>
                <a:latin typeface="Arial"/>
                <a:ea typeface="Arial"/>
                <a:cs typeface="Arial"/>
              </a:defRPr>
            </a:defPPr>
            <a:lvl1pPr algn="l">
              <a:defRPr sz="1275" b="1">
                <a:solidFill>
                  <a:srgbClr val="B7C4CA"/>
                </a:solidFill>
                <a:latin typeface="Arial"/>
                <a:ea typeface="Arial"/>
                <a:cs typeface="Arial"/>
              </a:defRPr>
            </a:lvl1pPr>
            <a:lvl2pPr algn="l">
              <a:defRPr sz="1275" b="1">
                <a:solidFill>
                  <a:srgbClr val="B7C4CA"/>
                </a:solidFill>
                <a:latin typeface="Arial"/>
                <a:ea typeface="Arial"/>
                <a:cs typeface="Arial"/>
              </a:defRPr>
            </a:lvl2pPr>
            <a:lvl3pPr algn="l">
              <a:defRPr sz="1275" b="1">
                <a:solidFill>
                  <a:srgbClr val="B7C4CA"/>
                </a:solidFill>
                <a:latin typeface="Arial"/>
                <a:ea typeface="Arial"/>
                <a:cs typeface="Arial"/>
              </a:defRPr>
            </a:lvl3pPr>
            <a:lvl4pPr algn="l">
              <a:defRPr sz="1275" b="1">
                <a:solidFill>
                  <a:srgbClr val="B7C4CA"/>
                </a:solidFill>
                <a:latin typeface="Arial"/>
                <a:ea typeface="Arial"/>
                <a:cs typeface="Arial"/>
              </a:defRPr>
            </a:lvl4pPr>
            <a:lvl5pPr algn="l">
              <a:defRPr sz="1275" b="1">
                <a:solidFill>
                  <a:srgbClr val="B7C4CA"/>
                </a:solidFill>
                <a:latin typeface="Arial"/>
                <a:ea typeface="Arial"/>
                <a:cs typeface="Arial"/>
              </a:defRPr>
            </a:lvl5pPr>
            <a:lvl6pPr algn="l">
              <a:defRPr sz="1275" b="1">
                <a:solidFill>
                  <a:srgbClr val="B7C4CA"/>
                </a:solidFill>
                <a:latin typeface="Arial"/>
                <a:ea typeface="Arial"/>
                <a:cs typeface="Arial"/>
              </a:defRPr>
            </a:lvl6pPr>
            <a:lvl7pPr algn="l">
              <a:defRPr sz="1275" b="1">
                <a:solidFill>
                  <a:srgbClr val="B7C4CA"/>
                </a:solidFill>
                <a:latin typeface="Arial"/>
                <a:ea typeface="Arial"/>
                <a:cs typeface="Arial"/>
              </a:defRPr>
            </a:lvl7pPr>
            <a:lvl8pPr algn="l">
              <a:defRPr sz="1275" b="1">
                <a:solidFill>
                  <a:srgbClr val="B7C4CA"/>
                </a:solidFill>
                <a:latin typeface="Arial"/>
                <a:ea typeface="Arial"/>
                <a:cs typeface="Arial"/>
              </a:defRPr>
            </a:lvl8pPr>
            <a:lvl9pPr algn="l">
              <a:defRPr sz="1275" b="1">
                <a:solidFill>
                  <a:srgbClr val="B7C4CA"/>
                </a:solidFill>
                <a:latin typeface="Arial"/>
                <a:ea typeface="Arial"/>
                <a:cs typeface="Arial"/>
              </a:defRPr>
            </a:lvl9pPr>
          </a:lstStyle>
          <a:p xmlns:a="http://schemas.openxmlformats.org/drawingml/2006/main">
            <a:pPr algn="l">
              <a:defRPr sz="1275" b="1">
                <a:solidFill>
                  <a:srgbClr val="B7C4CA"/>
                </a:solidFill>
                <a:latin typeface="Arial"/>
                <a:ea typeface="Arial"/>
                <a:cs typeface="Arial"/>
              </a:defRPr>
            </a:pPr>
            <a:r>
              <a:rPr sz="1275" b="1">
                <a:solidFill>
                  <a:srgbClr val="B7C4CA"/>
                </a:solidFill>
                <a:latin typeface="Arial"/>
                <a:ea typeface="Arial"/>
                <a:cs typeface="Arial"/>
              </a:rPr>
              <a:t>The model’s output is a prediction based on learned examples—not proof of authenticity.</a:t>
            </a:r>
          </a:p>
        </p:txBody>
      </p:sp>
    </p:spTree>
    <p:extLst>
      <p:ext uri="{BB962C8B-B14F-4D97-AF65-F5344CB8AC3E}">
        <p14:creationId xmlns:p14="http://schemas.microsoft.com/office/powerpoint/2010/main" val="953359155"/>
      </p:ext>
    </p:extLst>
  </p:cSld>
</p:sld>
</file>

<file path=ppt/slides/slide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6F62485-8A8A-4D90-8F27-D60DB3BFB696}"/>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03  /  LITERATURE REVIEW</a:t>
            </a:r>
          </a:p>
        </p:txBody>
      </p:sp>
      <p:sp>
        <p:nvSpPr>
          <p:cNvPr id="2" name="">
            <a:extLst xmlns:a="http://schemas.openxmlformats.org/drawingml/2006/main">
              <a:ext uri="{FF2B5EF4-FFF2-40B4-BE49-F238E27FC236}">
                <a16:creationId xmlns:a16="http://schemas.microsoft.com/office/drawing/2014/main" id="{2C106282-8666-4F21-95BA-9AF7CFA0FF0F}"/>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Research context: what prior work contributes</a:t>
            </a:r>
          </a:p>
        </p:txBody>
      </p:sp>
      <p:sp>
        <p:nvSpPr>
          <p:cNvPr id="3" name="">
            <a:extLst xmlns:a="http://schemas.openxmlformats.org/drawingml/2006/main">
              <a:ext uri="{FF2B5EF4-FFF2-40B4-BE49-F238E27FC236}">
                <a16:creationId xmlns:a16="http://schemas.microsoft.com/office/drawing/2014/main" id="{80EC62B9-B65C-49E5-8652-E26A7AAD3595}"/>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F3C5E073-CEDD-4996-87ED-B4DD566B73CB}"/>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C7EAE22D-7BCE-4463-85EC-E7273574AC49}"/>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1CFDE296-2C48-4534-8291-A09DAB22B570}"/>
              </a:ext>
            </a:extLst>
          </p:cNvPr>
          <p:cNvSpPr>
            <a:spLocks xmlns:a="http://schemas.openxmlformats.org/drawingml/2006/main" noGrp="1"/>
          </p:cNvSpPr>
          <p:nvPr/>
        </p:nvSpPr>
        <p:spPr>
          <a:xfrm xmlns:a="http://schemas.openxmlformats.org/drawingml/2006/main">
            <a:off x="590550" y="1619250"/>
            <a:ext cx="3333750" cy="3667125"/>
          </a:xfrm>
          <a:prstGeom xmlns:a="http://schemas.openxmlformats.org/drawingml/2006/main" prst="roundRect">
            <a:avLst>
              <a:gd name="adj" fmla="val 2286"/>
            </a:avLst>
          </a:prstGeom>
          <a:solidFill xmlns:a="http://schemas.openxmlformats.org/drawingml/2006/main">
            <a:srgbClr val="192630"/>
          </a:solidFill>
          <a:ln xmlns:a="http://schemas.openxmlformats.org/drawingml/2006/main" w="9525">
            <a:solidFill>
              <a:srgbClr val="40515B"/>
            </a:solidFill>
            <a:prstDash val="solid"/>
          </a:ln>
        </p:spPr>
      </p:sp>
      <p:sp>
        <p:nvSpPr>
          <p:cNvPr id="7" name="">
            <a:extLst xmlns:a="http://schemas.openxmlformats.org/drawingml/2006/main">
              <a:ext uri="{FF2B5EF4-FFF2-40B4-BE49-F238E27FC236}">
                <a16:creationId xmlns:a16="http://schemas.microsoft.com/office/drawing/2014/main" id="{42B7631B-1562-478A-B2ED-FD2DF418DB99}"/>
              </a:ext>
            </a:extLst>
          </p:cNvPr>
          <p:cNvSpPr>
            <a:spLocks xmlns:a="http://schemas.openxmlformats.org/drawingml/2006/main" noGrp="1"/>
          </p:cNvSpPr>
          <p:nvPr/>
        </p:nvSpPr>
        <p:spPr>
          <a:xfrm xmlns:a="http://schemas.openxmlformats.org/drawingml/2006/main">
            <a:off x="781050" y="17716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SYNTHETIC-IMAGE DETECTION</a:t>
            </a:r>
          </a:p>
        </p:txBody>
      </p:sp>
      <p:sp>
        <p:nvSpPr>
          <p:cNvPr id="8" name="">
            <a:extLst xmlns:a="http://schemas.openxmlformats.org/drawingml/2006/main">
              <a:ext uri="{FF2B5EF4-FFF2-40B4-BE49-F238E27FC236}">
                <a16:creationId xmlns:a16="http://schemas.microsoft.com/office/drawing/2014/main" id="{4856A070-5BEB-49D6-B25B-664396F5BE07}"/>
              </a:ext>
            </a:extLst>
          </p:cNvPr>
          <p:cNvSpPr>
            <a:spLocks xmlns:a="http://schemas.openxmlformats.org/drawingml/2006/main" noGrp="1"/>
          </p:cNvSpPr>
          <p:nvPr/>
        </p:nvSpPr>
        <p:spPr>
          <a:xfrm xmlns:a="http://schemas.openxmlformats.org/drawingml/2006/main">
            <a:off x="781050" y="2143125"/>
            <a:ext cx="2952750" cy="3019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Wang et al. (CVPR 2020) studied CNN-generated images and showed that detectors can learn generator artifacts, while also examining cross-generator generalization.</a:t>
            </a:r>
          </a:p>
          <a:p xmlns:a="http://schemas.openxmlformats.org/drawingml/2006/main">
            <a:r>
              <a:t/>
            </a:r>
          </a:p>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Takeaway: performance can depend on the generator and data distribution.</a:t>
            </a:r>
          </a:p>
        </p:txBody>
      </p:sp>
      <p:sp>
        <p:nvSpPr>
          <p:cNvPr id="9" name="">
            <a:extLst xmlns:a="http://schemas.openxmlformats.org/drawingml/2006/main">
              <a:ext uri="{FF2B5EF4-FFF2-40B4-BE49-F238E27FC236}">
                <a16:creationId xmlns:a16="http://schemas.microsoft.com/office/drawing/2014/main" id="{592D90B1-BAD2-46D8-8413-054DCE3D10FF}"/>
              </a:ext>
            </a:extLst>
          </p:cNvPr>
          <p:cNvSpPr>
            <a:spLocks xmlns:a="http://schemas.openxmlformats.org/drawingml/2006/main" noGrp="1"/>
          </p:cNvSpPr>
          <p:nvPr/>
        </p:nvSpPr>
        <p:spPr>
          <a:xfrm xmlns:a="http://schemas.openxmlformats.org/drawingml/2006/main">
            <a:off x="4429125" y="1619250"/>
            <a:ext cx="3333750" cy="3667125"/>
          </a:xfrm>
          <a:prstGeom xmlns:a="http://schemas.openxmlformats.org/drawingml/2006/main" prst="roundRect">
            <a:avLst>
              <a:gd name="adj" fmla="val 2286"/>
            </a:avLst>
          </a:prstGeom>
          <a:solidFill xmlns:a="http://schemas.openxmlformats.org/drawingml/2006/main">
            <a:srgbClr val="192630"/>
          </a:solidFill>
          <a:ln xmlns:a="http://schemas.openxmlformats.org/drawingml/2006/main" w="9525">
            <a:solidFill>
              <a:srgbClr val="40515B"/>
            </a:solidFill>
            <a:prstDash val="solid"/>
          </a:ln>
        </p:spPr>
      </p:sp>
      <p:sp>
        <p:nvSpPr>
          <p:cNvPr id="10" name="">
            <a:extLst xmlns:a="http://schemas.openxmlformats.org/drawingml/2006/main">
              <a:ext uri="{FF2B5EF4-FFF2-40B4-BE49-F238E27FC236}">
                <a16:creationId xmlns:a16="http://schemas.microsoft.com/office/drawing/2014/main" id="{94DD9B78-F71B-4910-A240-D8338D80B09C}"/>
              </a:ext>
            </a:extLst>
          </p:cNvPr>
          <p:cNvSpPr>
            <a:spLocks xmlns:a="http://schemas.openxmlformats.org/drawingml/2006/main" noGrp="1"/>
          </p:cNvSpPr>
          <p:nvPr/>
        </p:nvSpPr>
        <p:spPr>
          <a:xfrm xmlns:a="http://schemas.openxmlformats.org/drawingml/2006/main">
            <a:off x="4619625" y="17716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B454"/>
                </a:solidFill>
                <a:latin typeface="Arial"/>
                <a:ea typeface="Arial"/>
                <a:cs typeface="Arial"/>
              </a:defRPr>
            </a:defPPr>
            <a:lvl1pPr algn="l">
              <a:defRPr sz="1425" b="1">
                <a:solidFill>
                  <a:srgbClr val="FFB454"/>
                </a:solidFill>
                <a:latin typeface="Arial"/>
                <a:ea typeface="Arial"/>
                <a:cs typeface="Arial"/>
              </a:defRPr>
            </a:lvl1pPr>
            <a:lvl2pPr algn="l">
              <a:defRPr sz="1425" b="1">
                <a:solidFill>
                  <a:srgbClr val="FFB454"/>
                </a:solidFill>
                <a:latin typeface="Arial"/>
                <a:ea typeface="Arial"/>
                <a:cs typeface="Arial"/>
              </a:defRPr>
            </a:lvl2pPr>
            <a:lvl3pPr algn="l">
              <a:defRPr sz="1425" b="1">
                <a:solidFill>
                  <a:srgbClr val="FFB454"/>
                </a:solidFill>
                <a:latin typeface="Arial"/>
                <a:ea typeface="Arial"/>
                <a:cs typeface="Arial"/>
              </a:defRPr>
            </a:lvl3pPr>
            <a:lvl4pPr algn="l">
              <a:defRPr sz="1425" b="1">
                <a:solidFill>
                  <a:srgbClr val="FFB454"/>
                </a:solidFill>
                <a:latin typeface="Arial"/>
                <a:ea typeface="Arial"/>
                <a:cs typeface="Arial"/>
              </a:defRPr>
            </a:lvl4pPr>
            <a:lvl5pPr algn="l">
              <a:defRPr sz="1425" b="1">
                <a:solidFill>
                  <a:srgbClr val="FFB454"/>
                </a:solidFill>
                <a:latin typeface="Arial"/>
                <a:ea typeface="Arial"/>
                <a:cs typeface="Arial"/>
              </a:defRPr>
            </a:lvl5pPr>
            <a:lvl6pPr algn="l">
              <a:defRPr sz="1425" b="1">
                <a:solidFill>
                  <a:srgbClr val="FFB454"/>
                </a:solidFill>
                <a:latin typeface="Arial"/>
                <a:ea typeface="Arial"/>
                <a:cs typeface="Arial"/>
              </a:defRPr>
            </a:lvl6pPr>
            <a:lvl7pPr algn="l">
              <a:defRPr sz="1425" b="1">
                <a:solidFill>
                  <a:srgbClr val="FFB454"/>
                </a:solidFill>
                <a:latin typeface="Arial"/>
                <a:ea typeface="Arial"/>
                <a:cs typeface="Arial"/>
              </a:defRPr>
            </a:lvl7pPr>
            <a:lvl8pPr algn="l">
              <a:defRPr sz="1425" b="1">
                <a:solidFill>
                  <a:srgbClr val="FFB454"/>
                </a:solidFill>
                <a:latin typeface="Arial"/>
                <a:ea typeface="Arial"/>
                <a:cs typeface="Arial"/>
              </a:defRPr>
            </a:lvl8pPr>
            <a:lvl9pPr algn="l">
              <a:defRPr sz="1425" b="1">
                <a:solidFill>
                  <a:srgbClr val="FFB454"/>
                </a:solidFill>
                <a:latin typeface="Arial"/>
                <a:ea typeface="Arial"/>
                <a:cs typeface="Arial"/>
              </a:defRPr>
            </a:lvl9pPr>
          </a:lstStyle>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FREQUENCY CLUES</a:t>
            </a:r>
          </a:p>
        </p:txBody>
      </p:sp>
      <p:sp>
        <p:nvSpPr>
          <p:cNvPr id="11" name="">
            <a:extLst xmlns:a="http://schemas.openxmlformats.org/drawingml/2006/main">
              <a:ext uri="{FF2B5EF4-FFF2-40B4-BE49-F238E27FC236}">
                <a16:creationId xmlns:a16="http://schemas.microsoft.com/office/drawing/2014/main" id="{87A73706-CF77-418A-A1DE-79CDB0C4CC02}"/>
              </a:ext>
            </a:extLst>
          </p:cNvPr>
          <p:cNvSpPr>
            <a:spLocks xmlns:a="http://schemas.openxmlformats.org/drawingml/2006/main" noGrp="1"/>
          </p:cNvSpPr>
          <p:nvPr/>
        </p:nvSpPr>
        <p:spPr>
          <a:xfrm xmlns:a="http://schemas.openxmlformats.org/drawingml/2006/main">
            <a:off x="4619625" y="2143125"/>
            <a:ext cx="2952750" cy="3019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Frank et al. (ICML 2020) explored frequency-domain patterns for recognizing GAN-generated images.</a:t>
            </a:r>
          </a:p>
          <a:p xmlns:a="http://schemas.openxmlformats.org/drawingml/2006/main">
            <a:r>
              <a:t/>
            </a:r>
          </a:p>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Takeaway: frequency analysis can provide useful clues, but a clue is not a universal forensic test.</a:t>
            </a:r>
          </a:p>
        </p:txBody>
      </p:sp>
      <p:sp>
        <p:nvSpPr>
          <p:cNvPr id="12" name="">
            <a:extLst xmlns:a="http://schemas.openxmlformats.org/drawingml/2006/main">
              <a:ext uri="{FF2B5EF4-FFF2-40B4-BE49-F238E27FC236}">
                <a16:creationId xmlns:a16="http://schemas.microsoft.com/office/drawing/2014/main" id="{D28EC682-4C0A-4714-8E9B-CD3AACCBC188}"/>
              </a:ext>
            </a:extLst>
          </p:cNvPr>
          <p:cNvSpPr>
            <a:spLocks xmlns:a="http://schemas.openxmlformats.org/drawingml/2006/main" noGrp="1"/>
          </p:cNvSpPr>
          <p:nvPr/>
        </p:nvSpPr>
        <p:spPr>
          <a:xfrm xmlns:a="http://schemas.openxmlformats.org/drawingml/2006/main">
            <a:off x="8267700" y="1619250"/>
            <a:ext cx="3333750" cy="3667125"/>
          </a:xfrm>
          <a:prstGeom xmlns:a="http://schemas.openxmlformats.org/drawingml/2006/main" prst="roundRect">
            <a:avLst>
              <a:gd name="adj" fmla="val 2286"/>
            </a:avLst>
          </a:prstGeom>
          <a:solidFill xmlns:a="http://schemas.openxmlformats.org/drawingml/2006/main">
            <a:srgbClr val="192630"/>
          </a:solidFill>
          <a:ln xmlns:a="http://schemas.openxmlformats.org/drawingml/2006/main" w="9525">
            <a:solidFill>
              <a:srgbClr val="40515B"/>
            </a:solidFill>
            <a:prstDash val="solid"/>
          </a:ln>
        </p:spPr>
      </p:sp>
      <p:sp>
        <p:nvSpPr>
          <p:cNvPr id="13" name="">
            <a:extLst xmlns:a="http://schemas.openxmlformats.org/drawingml/2006/main">
              <a:ext uri="{FF2B5EF4-FFF2-40B4-BE49-F238E27FC236}">
                <a16:creationId xmlns:a16="http://schemas.microsoft.com/office/drawing/2014/main" id="{161C93BF-9406-4DFA-8A08-E845D4EE3C9C}"/>
              </a:ext>
            </a:extLst>
          </p:cNvPr>
          <p:cNvSpPr>
            <a:spLocks xmlns:a="http://schemas.openxmlformats.org/drawingml/2006/main" noGrp="1"/>
          </p:cNvSpPr>
          <p:nvPr/>
        </p:nvSpPr>
        <p:spPr>
          <a:xfrm xmlns:a="http://schemas.openxmlformats.org/drawingml/2006/main">
            <a:off x="8458200" y="17716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TRANSFER LEARNING</a:t>
            </a:r>
          </a:p>
        </p:txBody>
      </p:sp>
      <p:sp>
        <p:nvSpPr>
          <p:cNvPr id="14" name="">
            <a:extLst xmlns:a="http://schemas.openxmlformats.org/drawingml/2006/main">
              <a:ext uri="{FF2B5EF4-FFF2-40B4-BE49-F238E27FC236}">
                <a16:creationId xmlns:a16="http://schemas.microsoft.com/office/drawing/2014/main" id="{1687677A-21B6-4E26-929E-C343E0F890C4}"/>
              </a:ext>
            </a:extLst>
          </p:cNvPr>
          <p:cNvSpPr>
            <a:spLocks xmlns:a="http://schemas.openxmlformats.org/drawingml/2006/main" noGrp="1"/>
          </p:cNvSpPr>
          <p:nvPr/>
        </p:nvSpPr>
        <p:spPr>
          <a:xfrm xmlns:a="http://schemas.openxmlformats.org/drawingml/2006/main">
            <a:off x="8458200" y="2143125"/>
            <a:ext cx="2952750" cy="3019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Tan &amp; Le (ICML 2019) introduced EfficientNet scaling ideas for efficient image recognition. TRUEFRAME uses the B0 variant with pretrained weights.</a:t>
            </a:r>
          </a:p>
          <a:p xmlns:a="http://schemas.openxmlformats.org/drawingml/2006/main">
            <a:r>
              <a:t/>
            </a:r>
          </a:p>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Takeaway: reuse learned visual features, then adapt the classifier to a task.</a:t>
            </a:r>
          </a:p>
        </p:txBody>
      </p:sp>
      <p:sp>
        <p:nvSpPr>
          <p:cNvPr id="15" name="">
            <a:extLst xmlns:a="http://schemas.openxmlformats.org/drawingml/2006/main">
              <a:ext uri="{FF2B5EF4-FFF2-40B4-BE49-F238E27FC236}">
                <a16:creationId xmlns:a16="http://schemas.microsoft.com/office/drawing/2014/main" id="{1A00EE39-FDD3-42EB-A2C1-FEBE736F34B5}"/>
              </a:ext>
            </a:extLst>
          </p:cNvPr>
          <p:cNvSpPr>
            <a:spLocks xmlns:a="http://schemas.openxmlformats.org/drawingml/2006/main" noGrp="1"/>
          </p:cNvSpPr>
          <p:nvPr/>
        </p:nvSpPr>
        <p:spPr>
          <a:xfrm xmlns:a="http://schemas.openxmlformats.org/drawingml/2006/main">
            <a:off x="609600" y="56197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B7C4CA"/>
                </a:solidFill>
                <a:latin typeface="Arial"/>
                <a:ea typeface="Arial"/>
                <a:cs typeface="Arial"/>
              </a:defRPr>
            </a:defPPr>
            <a:lvl1pPr algn="l">
              <a:defRPr sz="1200" b="1">
                <a:solidFill>
                  <a:srgbClr val="B7C4CA"/>
                </a:solidFill>
                <a:latin typeface="Arial"/>
                <a:ea typeface="Arial"/>
                <a:cs typeface="Arial"/>
              </a:defRPr>
            </a:lvl1pPr>
            <a:lvl2pPr algn="l">
              <a:defRPr sz="1200" b="1">
                <a:solidFill>
                  <a:srgbClr val="B7C4CA"/>
                </a:solidFill>
                <a:latin typeface="Arial"/>
                <a:ea typeface="Arial"/>
                <a:cs typeface="Arial"/>
              </a:defRPr>
            </a:lvl2pPr>
            <a:lvl3pPr algn="l">
              <a:defRPr sz="1200" b="1">
                <a:solidFill>
                  <a:srgbClr val="B7C4CA"/>
                </a:solidFill>
                <a:latin typeface="Arial"/>
                <a:ea typeface="Arial"/>
                <a:cs typeface="Arial"/>
              </a:defRPr>
            </a:lvl3pPr>
            <a:lvl4pPr algn="l">
              <a:defRPr sz="1200" b="1">
                <a:solidFill>
                  <a:srgbClr val="B7C4CA"/>
                </a:solidFill>
                <a:latin typeface="Arial"/>
                <a:ea typeface="Arial"/>
                <a:cs typeface="Arial"/>
              </a:defRPr>
            </a:lvl4pPr>
            <a:lvl5pPr algn="l">
              <a:defRPr sz="1200" b="1">
                <a:solidFill>
                  <a:srgbClr val="B7C4CA"/>
                </a:solidFill>
                <a:latin typeface="Arial"/>
                <a:ea typeface="Arial"/>
                <a:cs typeface="Arial"/>
              </a:defRPr>
            </a:lvl5pPr>
            <a:lvl6pPr algn="l">
              <a:defRPr sz="1200" b="1">
                <a:solidFill>
                  <a:srgbClr val="B7C4CA"/>
                </a:solidFill>
                <a:latin typeface="Arial"/>
                <a:ea typeface="Arial"/>
                <a:cs typeface="Arial"/>
              </a:defRPr>
            </a:lvl6pPr>
            <a:lvl7pPr algn="l">
              <a:defRPr sz="1200" b="1">
                <a:solidFill>
                  <a:srgbClr val="B7C4CA"/>
                </a:solidFill>
                <a:latin typeface="Arial"/>
                <a:ea typeface="Arial"/>
                <a:cs typeface="Arial"/>
              </a:defRPr>
            </a:lvl7pPr>
            <a:lvl8pPr algn="l">
              <a:defRPr sz="1200" b="1">
                <a:solidFill>
                  <a:srgbClr val="B7C4CA"/>
                </a:solidFill>
                <a:latin typeface="Arial"/>
                <a:ea typeface="Arial"/>
                <a:cs typeface="Arial"/>
              </a:defRPr>
            </a:lvl8pPr>
            <a:lvl9pPr algn="l">
              <a:defRPr sz="1200" b="1">
                <a:solidFill>
                  <a:srgbClr val="B7C4CA"/>
                </a:solidFill>
                <a:latin typeface="Arial"/>
                <a:ea typeface="Arial"/>
                <a:cs typeface="Arial"/>
              </a:defRPr>
            </a:lvl9pPr>
          </a:lstStyle>
          <a:p xmlns:a="http://schemas.openxmlformats.org/drawingml/2006/main">
            <a:pPr algn="l">
              <a:defRPr sz="1200" b="1">
                <a:solidFill>
                  <a:srgbClr val="B7C4CA"/>
                </a:solidFill>
                <a:latin typeface="Arial"/>
                <a:ea typeface="Arial"/>
                <a:cs typeface="Arial"/>
              </a:defRPr>
            </a:pPr>
            <a:r>
              <a:rPr sz="1200" b="1">
                <a:solidFill>
                  <a:srgbClr val="B7C4CA"/>
                </a:solidFill>
                <a:latin typeface="Arial"/>
                <a:ea typeface="Arial"/>
                <a:cs typeface="Arial"/>
              </a:rPr>
              <a:t>Method context, not a claim that older benchmark results apply to today’s generators.</a:t>
            </a:r>
          </a:p>
        </p:txBody>
      </p:sp>
    </p:spTree>
    <p:extLst>
      <p:ext uri="{BB962C8B-B14F-4D97-AF65-F5344CB8AC3E}">
        <p14:creationId xmlns:p14="http://schemas.microsoft.com/office/powerpoint/2010/main" val="561680786"/>
      </p:ext>
    </p:extLst>
  </p:cSld>
</p:sld>
</file>

<file path=ppt/slides/slide5.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010BA1A-8AC4-4620-A0E2-CB262D8B81FB}"/>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04  /  SYLLABUS ALIGNMENT</a:t>
            </a:r>
          </a:p>
        </p:txBody>
      </p:sp>
      <p:sp>
        <p:nvSpPr>
          <p:cNvPr id="2" name="">
            <a:extLst xmlns:a="http://schemas.openxmlformats.org/drawingml/2006/main">
              <a:ext uri="{FF2B5EF4-FFF2-40B4-BE49-F238E27FC236}">
                <a16:creationId xmlns:a16="http://schemas.microsoft.com/office/drawing/2014/main" id="{ADF6D463-2B3D-4338-BBCC-66B619B0796E}"/>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How TRUEFRAME connects to the course</a:t>
            </a:r>
          </a:p>
        </p:txBody>
      </p:sp>
      <p:sp>
        <p:nvSpPr>
          <p:cNvPr id="3" name="">
            <a:extLst xmlns:a="http://schemas.openxmlformats.org/drawingml/2006/main">
              <a:ext uri="{FF2B5EF4-FFF2-40B4-BE49-F238E27FC236}">
                <a16:creationId xmlns:a16="http://schemas.microsoft.com/office/drawing/2014/main" id="{5BD23EFA-F6E7-4AC8-9158-DC7405C5C0FA}"/>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68406142-2D34-467F-BF2C-906739D6A731}"/>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2D4CF83F-7D5A-4A0A-B354-BD8C2675CEA0}"/>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552F8185-B1AF-4641-ACCB-48B690EAE948}"/>
              </a:ext>
            </a:extLst>
          </p:cNvPr>
          <p:cNvSpPr>
            <a:spLocks xmlns:a="http://schemas.openxmlformats.org/drawingml/2006/main" noGrp="1"/>
          </p:cNvSpPr>
          <p:nvPr/>
        </p:nvSpPr>
        <p:spPr>
          <a:xfrm xmlns:a="http://schemas.openxmlformats.org/drawingml/2006/main">
            <a:off x="590550" y="1571625"/>
            <a:ext cx="11010900" cy="990600"/>
          </a:xfrm>
          <a:prstGeom xmlns:a="http://schemas.openxmlformats.org/drawingml/2006/main" prst="roundRect">
            <a:avLst>
              <a:gd name="adj" fmla="val 7692"/>
            </a:avLst>
          </a:prstGeom>
          <a:solidFill xmlns:a="http://schemas.openxmlformats.org/drawingml/2006/main">
            <a:srgbClr val="192630"/>
          </a:solidFill>
          <a:ln xmlns:a="http://schemas.openxmlformats.org/drawingml/2006/main" w="9525">
            <a:solidFill>
              <a:srgbClr val="40515B"/>
            </a:solidFill>
            <a:prstDash val="solid"/>
          </a:ln>
        </p:spPr>
      </p:sp>
      <p:sp>
        <p:nvSpPr>
          <p:cNvPr id="7" name="">
            <a:extLst xmlns:a="http://schemas.openxmlformats.org/drawingml/2006/main">
              <a:ext uri="{FF2B5EF4-FFF2-40B4-BE49-F238E27FC236}">
                <a16:creationId xmlns:a16="http://schemas.microsoft.com/office/drawing/2014/main" id="{0D157B47-19E3-4A74-86D2-5832A50BF93E}"/>
              </a:ext>
            </a:extLst>
          </p:cNvPr>
          <p:cNvSpPr>
            <a:spLocks xmlns:a="http://schemas.openxmlformats.org/drawingml/2006/main" noGrp="1"/>
          </p:cNvSpPr>
          <p:nvPr/>
        </p:nvSpPr>
        <p:spPr>
          <a:xfrm xmlns:a="http://schemas.openxmlformats.org/drawingml/2006/main">
            <a:off x="781050" y="170497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B7C4CA"/>
                </a:solidFill>
                <a:latin typeface="Arial"/>
                <a:ea typeface="Arial"/>
                <a:cs typeface="Arial"/>
              </a:defRPr>
            </a:defPPr>
            <a:lvl1pPr algn="l">
              <a:defRPr sz="1050" b="1">
                <a:solidFill>
                  <a:srgbClr val="B7C4CA"/>
                </a:solidFill>
                <a:latin typeface="Arial"/>
                <a:ea typeface="Arial"/>
                <a:cs typeface="Arial"/>
              </a:defRPr>
            </a:lvl1pPr>
            <a:lvl2pPr algn="l">
              <a:defRPr sz="1050" b="1">
                <a:solidFill>
                  <a:srgbClr val="B7C4CA"/>
                </a:solidFill>
                <a:latin typeface="Arial"/>
                <a:ea typeface="Arial"/>
                <a:cs typeface="Arial"/>
              </a:defRPr>
            </a:lvl2pPr>
            <a:lvl3pPr algn="l">
              <a:defRPr sz="1050" b="1">
                <a:solidFill>
                  <a:srgbClr val="B7C4CA"/>
                </a:solidFill>
                <a:latin typeface="Arial"/>
                <a:ea typeface="Arial"/>
                <a:cs typeface="Arial"/>
              </a:defRPr>
            </a:lvl3pPr>
            <a:lvl4pPr algn="l">
              <a:defRPr sz="1050" b="1">
                <a:solidFill>
                  <a:srgbClr val="B7C4CA"/>
                </a:solidFill>
                <a:latin typeface="Arial"/>
                <a:ea typeface="Arial"/>
                <a:cs typeface="Arial"/>
              </a:defRPr>
            </a:lvl4pPr>
            <a:lvl5pPr algn="l">
              <a:defRPr sz="1050" b="1">
                <a:solidFill>
                  <a:srgbClr val="B7C4CA"/>
                </a:solidFill>
                <a:latin typeface="Arial"/>
                <a:ea typeface="Arial"/>
                <a:cs typeface="Arial"/>
              </a:defRPr>
            </a:lvl5pPr>
            <a:lvl6pPr algn="l">
              <a:defRPr sz="1050" b="1">
                <a:solidFill>
                  <a:srgbClr val="B7C4CA"/>
                </a:solidFill>
                <a:latin typeface="Arial"/>
                <a:ea typeface="Arial"/>
                <a:cs typeface="Arial"/>
              </a:defRPr>
            </a:lvl6pPr>
            <a:lvl7pPr algn="l">
              <a:defRPr sz="1050" b="1">
                <a:solidFill>
                  <a:srgbClr val="B7C4CA"/>
                </a:solidFill>
                <a:latin typeface="Arial"/>
                <a:ea typeface="Arial"/>
                <a:cs typeface="Arial"/>
              </a:defRPr>
            </a:lvl7pPr>
            <a:lvl8pPr algn="l">
              <a:defRPr sz="1050" b="1">
                <a:solidFill>
                  <a:srgbClr val="B7C4CA"/>
                </a:solidFill>
                <a:latin typeface="Arial"/>
                <a:ea typeface="Arial"/>
                <a:cs typeface="Arial"/>
              </a:defRPr>
            </a:lvl8pPr>
            <a:lvl9pPr algn="l">
              <a:defRPr sz="1050" b="1">
                <a:solidFill>
                  <a:srgbClr val="B7C4CA"/>
                </a:solidFill>
                <a:latin typeface="Arial"/>
                <a:ea typeface="Arial"/>
                <a:cs typeface="Arial"/>
              </a:defRPr>
            </a:lvl9pPr>
          </a:lstStyle>
          <a:p xmlns:a="http://schemas.openxmlformats.org/drawingml/2006/main">
            <a:pPr algn="l">
              <a:defRPr sz="1050" b="1">
                <a:solidFill>
                  <a:srgbClr val="B7C4CA"/>
                </a:solidFill>
                <a:latin typeface="Arial"/>
                <a:ea typeface="Arial"/>
                <a:cs typeface="Arial"/>
              </a:defRPr>
            </a:pPr>
            <a:r>
              <a:rPr sz="1050" b="1">
                <a:solidFill>
                  <a:srgbClr val="B7C4CA"/>
                </a:solidFill>
                <a:latin typeface="Arial"/>
                <a:ea typeface="Arial"/>
                <a:cs typeface="Arial"/>
              </a:rPr>
              <a:t>MODULE 1</a:t>
            </a:r>
          </a:p>
        </p:txBody>
      </p:sp>
      <p:sp>
        <p:nvSpPr>
          <p:cNvPr id="8" name="">
            <a:extLst xmlns:a="http://schemas.openxmlformats.org/drawingml/2006/main">
              <a:ext uri="{FF2B5EF4-FFF2-40B4-BE49-F238E27FC236}">
                <a16:creationId xmlns:a16="http://schemas.microsoft.com/office/drawing/2014/main" id="{639AECA5-3F0C-4083-8A81-F5D124231512}"/>
              </a:ext>
            </a:extLst>
          </p:cNvPr>
          <p:cNvSpPr>
            <a:spLocks xmlns:a="http://schemas.openxmlformats.org/drawingml/2006/main" noGrp="1"/>
          </p:cNvSpPr>
          <p:nvPr/>
        </p:nvSpPr>
        <p:spPr>
          <a:xfrm xmlns:a="http://schemas.openxmlformats.org/drawingml/2006/main">
            <a:off x="2305050" y="16859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3F5F6"/>
                </a:solidFill>
                <a:latin typeface="Arial"/>
                <a:ea typeface="Arial"/>
                <a:cs typeface="Arial"/>
              </a:defRPr>
            </a:defPPr>
            <a:lvl1pPr algn="l">
              <a:defRPr sz="1500" b="1">
                <a:solidFill>
                  <a:srgbClr val="F3F5F6"/>
                </a:solidFill>
                <a:latin typeface="Arial"/>
                <a:ea typeface="Arial"/>
                <a:cs typeface="Arial"/>
              </a:defRPr>
            </a:lvl1pPr>
            <a:lvl2pPr algn="l">
              <a:defRPr sz="1500" b="1">
                <a:solidFill>
                  <a:srgbClr val="F3F5F6"/>
                </a:solidFill>
                <a:latin typeface="Arial"/>
                <a:ea typeface="Arial"/>
                <a:cs typeface="Arial"/>
              </a:defRPr>
            </a:lvl2pPr>
            <a:lvl3pPr algn="l">
              <a:defRPr sz="1500" b="1">
                <a:solidFill>
                  <a:srgbClr val="F3F5F6"/>
                </a:solidFill>
                <a:latin typeface="Arial"/>
                <a:ea typeface="Arial"/>
                <a:cs typeface="Arial"/>
              </a:defRPr>
            </a:lvl3pPr>
            <a:lvl4pPr algn="l">
              <a:defRPr sz="1500" b="1">
                <a:solidFill>
                  <a:srgbClr val="F3F5F6"/>
                </a:solidFill>
                <a:latin typeface="Arial"/>
                <a:ea typeface="Arial"/>
                <a:cs typeface="Arial"/>
              </a:defRPr>
            </a:lvl4pPr>
            <a:lvl5pPr algn="l">
              <a:defRPr sz="1500" b="1">
                <a:solidFill>
                  <a:srgbClr val="F3F5F6"/>
                </a:solidFill>
                <a:latin typeface="Arial"/>
                <a:ea typeface="Arial"/>
                <a:cs typeface="Arial"/>
              </a:defRPr>
            </a:lvl5pPr>
            <a:lvl6pPr algn="l">
              <a:defRPr sz="1500" b="1">
                <a:solidFill>
                  <a:srgbClr val="F3F5F6"/>
                </a:solidFill>
                <a:latin typeface="Arial"/>
                <a:ea typeface="Arial"/>
                <a:cs typeface="Arial"/>
              </a:defRPr>
            </a:lvl6pPr>
            <a:lvl7pPr algn="l">
              <a:defRPr sz="1500" b="1">
                <a:solidFill>
                  <a:srgbClr val="F3F5F6"/>
                </a:solidFill>
                <a:latin typeface="Arial"/>
                <a:ea typeface="Arial"/>
                <a:cs typeface="Arial"/>
              </a:defRPr>
            </a:lvl7pPr>
            <a:lvl8pPr algn="l">
              <a:defRPr sz="1500" b="1">
                <a:solidFill>
                  <a:srgbClr val="F3F5F6"/>
                </a:solidFill>
                <a:latin typeface="Arial"/>
                <a:ea typeface="Arial"/>
                <a:cs typeface="Arial"/>
              </a:defRPr>
            </a:lvl8pPr>
            <a:lvl9pPr algn="l">
              <a:defRPr sz="1500" b="1">
                <a:solidFill>
                  <a:srgbClr val="F3F5F6"/>
                </a:solidFill>
                <a:latin typeface="Arial"/>
                <a:ea typeface="Arial"/>
                <a:cs typeface="Arial"/>
              </a:defRPr>
            </a:lvl9pPr>
          </a:lstStyle>
          <a:p xmlns:a="http://schemas.openxmlformats.org/drawingml/2006/main">
            <a:pPr algn="l">
              <a:defRPr sz="1500" b="1">
                <a:solidFill>
                  <a:srgbClr val="F3F5F6"/>
                </a:solidFill>
                <a:latin typeface="Arial"/>
                <a:ea typeface="Arial"/>
                <a:cs typeface="Arial"/>
              </a:defRPr>
            </a:pPr>
            <a:r>
              <a:rPr sz="1500" b="1">
                <a:solidFill>
                  <a:srgbClr val="F3F5F6"/>
                </a:solidFill>
                <a:latin typeface="Arial"/>
                <a:ea typeface="Arial"/>
                <a:cs typeface="Arial"/>
              </a:rPr>
              <a:t>Camera geometry &amp; stereopsis</a:t>
            </a:r>
          </a:p>
        </p:txBody>
      </p:sp>
      <p:sp>
        <p:nvSpPr>
          <p:cNvPr id="9" name="">
            <a:extLst xmlns:a="http://schemas.openxmlformats.org/drawingml/2006/main">
              <a:ext uri="{FF2B5EF4-FFF2-40B4-BE49-F238E27FC236}">
                <a16:creationId xmlns:a16="http://schemas.microsoft.com/office/drawing/2014/main" id="{9E8C4EC6-6B5F-46F7-9974-5D4BE1833CB4}"/>
              </a:ext>
            </a:extLst>
          </p:cNvPr>
          <p:cNvSpPr>
            <a:spLocks xmlns:a="http://schemas.openxmlformats.org/drawingml/2006/main" noGrp="1"/>
          </p:cNvSpPr>
          <p:nvPr/>
        </p:nvSpPr>
        <p:spPr>
          <a:xfrm xmlns:a="http://schemas.openxmlformats.org/drawingml/2006/main">
            <a:off x="5429250" y="1685925"/>
            <a:ext cx="5857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B7C4CA"/>
                </a:solidFill>
                <a:latin typeface="Arial"/>
                <a:ea typeface="Arial"/>
                <a:cs typeface="Arial"/>
              </a:defRPr>
            </a:defPPr>
            <a:lvl1pPr algn="l">
              <a:defRPr sz="1200" b="0">
                <a:solidFill>
                  <a:srgbClr val="B7C4CA"/>
                </a:solidFill>
                <a:latin typeface="Arial"/>
                <a:ea typeface="Arial"/>
                <a:cs typeface="Arial"/>
              </a:defRPr>
            </a:lvl1pPr>
            <a:lvl2pPr algn="l">
              <a:defRPr sz="1200" b="0">
                <a:solidFill>
                  <a:srgbClr val="B7C4CA"/>
                </a:solidFill>
                <a:latin typeface="Arial"/>
                <a:ea typeface="Arial"/>
                <a:cs typeface="Arial"/>
              </a:defRPr>
            </a:lvl2pPr>
            <a:lvl3pPr algn="l">
              <a:defRPr sz="1200" b="0">
                <a:solidFill>
                  <a:srgbClr val="B7C4CA"/>
                </a:solidFill>
                <a:latin typeface="Arial"/>
                <a:ea typeface="Arial"/>
                <a:cs typeface="Arial"/>
              </a:defRPr>
            </a:lvl3pPr>
            <a:lvl4pPr algn="l">
              <a:defRPr sz="1200" b="0">
                <a:solidFill>
                  <a:srgbClr val="B7C4CA"/>
                </a:solidFill>
                <a:latin typeface="Arial"/>
                <a:ea typeface="Arial"/>
                <a:cs typeface="Arial"/>
              </a:defRPr>
            </a:lvl4pPr>
            <a:lvl5pPr algn="l">
              <a:defRPr sz="1200" b="0">
                <a:solidFill>
                  <a:srgbClr val="B7C4CA"/>
                </a:solidFill>
                <a:latin typeface="Arial"/>
                <a:ea typeface="Arial"/>
                <a:cs typeface="Arial"/>
              </a:defRPr>
            </a:lvl5pPr>
            <a:lvl6pPr algn="l">
              <a:defRPr sz="1200" b="0">
                <a:solidFill>
                  <a:srgbClr val="B7C4CA"/>
                </a:solidFill>
                <a:latin typeface="Arial"/>
                <a:ea typeface="Arial"/>
                <a:cs typeface="Arial"/>
              </a:defRPr>
            </a:lvl6pPr>
            <a:lvl7pPr algn="l">
              <a:defRPr sz="1200" b="0">
                <a:solidFill>
                  <a:srgbClr val="B7C4CA"/>
                </a:solidFill>
                <a:latin typeface="Arial"/>
                <a:ea typeface="Arial"/>
                <a:cs typeface="Arial"/>
              </a:defRPr>
            </a:lvl7pPr>
            <a:lvl8pPr algn="l">
              <a:defRPr sz="1200" b="0">
                <a:solidFill>
                  <a:srgbClr val="B7C4CA"/>
                </a:solidFill>
                <a:latin typeface="Arial"/>
                <a:ea typeface="Arial"/>
                <a:cs typeface="Arial"/>
              </a:defRPr>
            </a:lvl8pPr>
            <a:lvl9pPr algn="l">
              <a:defRPr sz="1200" b="0">
                <a:solidFill>
                  <a:srgbClr val="B7C4CA"/>
                </a:solidFill>
                <a:latin typeface="Arial"/>
                <a:ea typeface="Arial"/>
                <a:cs typeface="Arial"/>
              </a:defRPr>
            </a:lvl9pPr>
          </a:lstStyle>
          <a:p xmlns:a="http://schemas.openxmlformats.org/drawingml/2006/main">
            <a:pPr algn="l">
              <a:defRPr sz="1200" b="0">
                <a:solidFill>
                  <a:srgbClr val="B7C4CA"/>
                </a:solidFill>
                <a:latin typeface="Arial"/>
                <a:ea typeface="Arial"/>
                <a:cs typeface="Arial"/>
              </a:defRPr>
            </a:pPr>
            <a:r>
              <a:rPr sz="1200" b="0">
                <a:solidFill>
                  <a:srgbClr val="B7C4CA"/>
                </a:solidFill>
                <a:latin typeface="Arial"/>
                <a:ea typeface="Arial"/>
                <a:cs typeface="Arial"/>
              </a:rPr>
              <a:t>Conceptual foundation for interpreting images. Not implemented: calibration, epipolar geometry or stereo reconstruction.</a:t>
            </a:r>
          </a:p>
        </p:txBody>
      </p:sp>
      <p:sp>
        <p:nvSpPr>
          <p:cNvPr id="10" name="">
            <a:extLst xmlns:a="http://schemas.openxmlformats.org/drawingml/2006/main">
              <a:ext uri="{FF2B5EF4-FFF2-40B4-BE49-F238E27FC236}">
                <a16:creationId xmlns:a16="http://schemas.microsoft.com/office/drawing/2014/main" id="{D5C79252-8FB9-46A4-A010-7F05EC4DF8F8}"/>
              </a:ext>
            </a:extLst>
          </p:cNvPr>
          <p:cNvSpPr>
            <a:spLocks xmlns:a="http://schemas.openxmlformats.org/drawingml/2006/main" noGrp="1"/>
          </p:cNvSpPr>
          <p:nvPr/>
        </p:nvSpPr>
        <p:spPr>
          <a:xfrm xmlns:a="http://schemas.openxmlformats.org/drawingml/2006/main">
            <a:off x="590550" y="2686050"/>
            <a:ext cx="11010900" cy="990600"/>
          </a:xfrm>
          <a:prstGeom xmlns:a="http://schemas.openxmlformats.org/drawingml/2006/main" prst="roundRect">
            <a:avLst>
              <a:gd name="adj" fmla="val 7692"/>
            </a:avLst>
          </a:prstGeom>
          <a:solidFill xmlns:a="http://schemas.openxmlformats.org/drawingml/2006/main">
            <a:srgbClr val="192630"/>
          </a:solidFill>
          <a:ln xmlns:a="http://schemas.openxmlformats.org/drawingml/2006/main" w="9525">
            <a:solidFill>
              <a:srgbClr val="40515B"/>
            </a:solidFill>
            <a:prstDash val="solid"/>
          </a:ln>
        </p:spPr>
      </p:sp>
      <p:sp>
        <p:nvSpPr>
          <p:cNvPr id="11" name="">
            <a:extLst xmlns:a="http://schemas.openxmlformats.org/drawingml/2006/main">
              <a:ext uri="{FF2B5EF4-FFF2-40B4-BE49-F238E27FC236}">
                <a16:creationId xmlns:a16="http://schemas.microsoft.com/office/drawing/2014/main" id="{84A858F4-0DF9-4B7E-BFCA-AEF67E60C40B}"/>
              </a:ext>
            </a:extLst>
          </p:cNvPr>
          <p:cNvSpPr>
            <a:spLocks xmlns:a="http://schemas.openxmlformats.org/drawingml/2006/main" noGrp="1"/>
          </p:cNvSpPr>
          <p:nvPr/>
        </p:nvSpPr>
        <p:spPr>
          <a:xfrm xmlns:a="http://schemas.openxmlformats.org/drawingml/2006/main">
            <a:off x="781050" y="28194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43D9C3"/>
                </a:solidFill>
                <a:latin typeface="Arial"/>
                <a:ea typeface="Arial"/>
                <a:cs typeface="Arial"/>
              </a:defRPr>
            </a:defPPr>
            <a:lvl1pPr algn="l">
              <a:defRPr sz="1050" b="1">
                <a:solidFill>
                  <a:srgbClr val="43D9C3"/>
                </a:solidFill>
                <a:latin typeface="Arial"/>
                <a:ea typeface="Arial"/>
                <a:cs typeface="Arial"/>
              </a:defRPr>
            </a:lvl1pPr>
            <a:lvl2pPr algn="l">
              <a:defRPr sz="1050" b="1">
                <a:solidFill>
                  <a:srgbClr val="43D9C3"/>
                </a:solidFill>
                <a:latin typeface="Arial"/>
                <a:ea typeface="Arial"/>
                <a:cs typeface="Arial"/>
              </a:defRPr>
            </a:lvl2pPr>
            <a:lvl3pPr algn="l">
              <a:defRPr sz="1050" b="1">
                <a:solidFill>
                  <a:srgbClr val="43D9C3"/>
                </a:solidFill>
                <a:latin typeface="Arial"/>
                <a:ea typeface="Arial"/>
                <a:cs typeface="Arial"/>
              </a:defRPr>
            </a:lvl3pPr>
            <a:lvl4pPr algn="l">
              <a:defRPr sz="1050" b="1">
                <a:solidFill>
                  <a:srgbClr val="43D9C3"/>
                </a:solidFill>
                <a:latin typeface="Arial"/>
                <a:ea typeface="Arial"/>
                <a:cs typeface="Arial"/>
              </a:defRPr>
            </a:lvl4pPr>
            <a:lvl5pPr algn="l">
              <a:defRPr sz="1050" b="1">
                <a:solidFill>
                  <a:srgbClr val="43D9C3"/>
                </a:solidFill>
                <a:latin typeface="Arial"/>
                <a:ea typeface="Arial"/>
                <a:cs typeface="Arial"/>
              </a:defRPr>
            </a:lvl5pPr>
            <a:lvl6pPr algn="l">
              <a:defRPr sz="1050" b="1">
                <a:solidFill>
                  <a:srgbClr val="43D9C3"/>
                </a:solidFill>
                <a:latin typeface="Arial"/>
                <a:ea typeface="Arial"/>
                <a:cs typeface="Arial"/>
              </a:defRPr>
            </a:lvl6pPr>
            <a:lvl7pPr algn="l">
              <a:defRPr sz="1050" b="1">
                <a:solidFill>
                  <a:srgbClr val="43D9C3"/>
                </a:solidFill>
                <a:latin typeface="Arial"/>
                <a:ea typeface="Arial"/>
                <a:cs typeface="Arial"/>
              </a:defRPr>
            </a:lvl7pPr>
            <a:lvl8pPr algn="l">
              <a:defRPr sz="1050" b="1">
                <a:solidFill>
                  <a:srgbClr val="43D9C3"/>
                </a:solidFill>
                <a:latin typeface="Arial"/>
                <a:ea typeface="Arial"/>
                <a:cs typeface="Arial"/>
              </a:defRPr>
            </a:lvl8pPr>
            <a:lvl9pPr algn="l">
              <a:defRPr sz="1050" b="1">
                <a:solidFill>
                  <a:srgbClr val="43D9C3"/>
                </a:solidFill>
                <a:latin typeface="Arial"/>
                <a:ea typeface="Arial"/>
                <a:cs typeface="Arial"/>
              </a:defRPr>
            </a:lvl9pPr>
          </a:lstStyle>
          <a:p xmlns:a="http://schemas.openxmlformats.org/drawingml/2006/main">
            <a:pPr algn="l">
              <a:defRPr sz="1050" b="1">
                <a:solidFill>
                  <a:srgbClr val="43D9C3"/>
                </a:solidFill>
                <a:latin typeface="Arial"/>
                <a:ea typeface="Arial"/>
                <a:cs typeface="Arial"/>
              </a:defRPr>
            </a:pPr>
            <a:r>
              <a:rPr sz="1050" b="1">
                <a:solidFill>
                  <a:srgbClr val="43D9C3"/>
                </a:solidFill>
                <a:latin typeface="Arial"/>
                <a:ea typeface="Arial"/>
                <a:cs typeface="Arial"/>
              </a:rPr>
              <a:t>MODULE 2</a:t>
            </a:r>
          </a:p>
        </p:txBody>
      </p:sp>
      <p:sp>
        <p:nvSpPr>
          <p:cNvPr id="12" name="">
            <a:extLst xmlns:a="http://schemas.openxmlformats.org/drawingml/2006/main">
              <a:ext uri="{FF2B5EF4-FFF2-40B4-BE49-F238E27FC236}">
                <a16:creationId xmlns:a16="http://schemas.microsoft.com/office/drawing/2014/main" id="{0B8F4EFA-5891-460B-8AD7-B0E8E18C1CA8}"/>
              </a:ext>
            </a:extLst>
          </p:cNvPr>
          <p:cNvSpPr>
            <a:spLocks xmlns:a="http://schemas.openxmlformats.org/drawingml/2006/main" noGrp="1"/>
          </p:cNvSpPr>
          <p:nvPr/>
        </p:nvSpPr>
        <p:spPr>
          <a:xfrm xmlns:a="http://schemas.openxmlformats.org/drawingml/2006/main">
            <a:off x="2305050" y="2800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3F5F6"/>
                </a:solidFill>
                <a:latin typeface="Arial"/>
                <a:ea typeface="Arial"/>
                <a:cs typeface="Arial"/>
              </a:defRPr>
            </a:defPPr>
            <a:lvl1pPr algn="l">
              <a:defRPr sz="1500" b="1">
                <a:solidFill>
                  <a:srgbClr val="F3F5F6"/>
                </a:solidFill>
                <a:latin typeface="Arial"/>
                <a:ea typeface="Arial"/>
                <a:cs typeface="Arial"/>
              </a:defRPr>
            </a:lvl1pPr>
            <a:lvl2pPr algn="l">
              <a:defRPr sz="1500" b="1">
                <a:solidFill>
                  <a:srgbClr val="F3F5F6"/>
                </a:solidFill>
                <a:latin typeface="Arial"/>
                <a:ea typeface="Arial"/>
                <a:cs typeface="Arial"/>
              </a:defRPr>
            </a:lvl2pPr>
            <a:lvl3pPr algn="l">
              <a:defRPr sz="1500" b="1">
                <a:solidFill>
                  <a:srgbClr val="F3F5F6"/>
                </a:solidFill>
                <a:latin typeface="Arial"/>
                <a:ea typeface="Arial"/>
                <a:cs typeface="Arial"/>
              </a:defRPr>
            </a:lvl3pPr>
            <a:lvl4pPr algn="l">
              <a:defRPr sz="1500" b="1">
                <a:solidFill>
                  <a:srgbClr val="F3F5F6"/>
                </a:solidFill>
                <a:latin typeface="Arial"/>
                <a:ea typeface="Arial"/>
                <a:cs typeface="Arial"/>
              </a:defRPr>
            </a:lvl4pPr>
            <a:lvl5pPr algn="l">
              <a:defRPr sz="1500" b="1">
                <a:solidFill>
                  <a:srgbClr val="F3F5F6"/>
                </a:solidFill>
                <a:latin typeface="Arial"/>
                <a:ea typeface="Arial"/>
                <a:cs typeface="Arial"/>
              </a:defRPr>
            </a:lvl5pPr>
            <a:lvl6pPr algn="l">
              <a:defRPr sz="1500" b="1">
                <a:solidFill>
                  <a:srgbClr val="F3F5F6"/>
                </a:solidFill>
                <a:latin typeface="Arial"/>
                <a:ea typeface="Arial"/>
                <a:cs typeface="Arial"/>
              </a:defRPr>
            </a:lvl6pPr>
            <a:lvl7pPr algn="l">
              <a:defRPr sz="1500" b="1">
                <a:solidFill>
                  <a:srgbClr val="F3F5F6"/>
                </a:solidFill>
                <a:latin typeface="Arial"/>
                <a:ea typeface="Arial"/>
                <a:cs typeface="Arial"/>
              </a:defRPr>
            </a:lvl7pPr>
            <a:lvl8pPr algn="l">
              <a:defRPr sz="1500" b="1">
                <a:solidFill>
                  <a:srgbClr val="F3F5F6"/>
                </a:solidFill>
                <a:latin typeface="Arial"/>
                <a:ea typeface="Arial"/>
                <a:cs typeface="Arial"/>
              </a:defRPr>
            </a:lvl8pPr>
            <a:lvl9pPr algn="l">
              <a:defRPr sz="1500" b="1">
                <a:solidFill>
                  <a:srgbClr val="F3F5F6"/>
                </a:solidFill>
                <a:latin typeface="Arial"/>
                <a:ea typeface="Arial"/>
                <a:cs typeface="Arial"/>
              </a:defRPr>
            </a:lvl9pPr>
          </a:lstStyle>
          <a:p xmlns:a="http://schemas.openxmlformats.org/drawingml/2006/main">
            <a:pPr algn="l">
              <a:defRPr sz="1500" b="1">
                <a:solidFill>
                  <a:srgbClr val="F3F5F6"/>
                </a:solidFill>
                <a:latin typeface="Arial"/>
                <a:ea typeface="Arial"/>
                <a:cs typeface="Arial"/>
              </a:defRPr>
            </a:pPr>
            <a:r>
              <a:rPr sz="1500" b="1">
                <a:solidFill>
                  <a:srgbClr val="F3F5F6"/>
                </a:solidFill>
                <a:latin typeface="Arial"/>
                <a:ea typeface="Arial"/>
                <a:cs typeface="Arial"/>
              </a:rPr>
              <a:t>Filters, gradients &amp; features</a:t>
            </a:r>
          </a:p>
        </p:txBody>
      </p:sp>
      <p:sp>
        <p:nvSpPr>
          <p:cNvPr id="13" name="">
            <a:extLst xmlns:a="http://schemas.openxmlformats.org/drawingml/2006/main">
              <a:ext uri="{FF2B5EF4-FFF2-40B4-BE49-F238E27FC236}">
                <a16:creationId xmlns:a16="http://schemas.microsoft.com/office/drawing/2014/main" id="{07851C10-B26B-423A-9B1A-5DC409BD5EC8}"/>
              </a:ext>
            </a:extLst>
          </p:cNvPr>
          <p:cNvSpPr>
            <a:spLocks xmlns:a="http://schemas.openxmlformats.org/drawingml/2006/main" noGrp="1"/>
          </p:cNvSpPr>
          <p:nvPr/>
        </p:nvSpPr>
        <p:spPr>
          <a:xfrm xmlns:a="http://schemas.openxmlformats.org/drawingml/2006/main">
            <a:off x="5429250" y="2800350"/>
            <a:ext cx="5857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B7C4CA"/>
                </a:solidFill>
                <a:latin typeface="Arial"/>
                <a:ea typeface="Arial"/>
                <a:cs typeface="Arial"/>
              </a:defRPr>
            </a:defPPr>
            <a:lvl1pPr algn="l">
              <a:defRPr sz="1200" b="0">
                <a:solidFill>
                  <a:srgbClr val="B7C4CA"/>
                </a:solidFill>
                <a:latin typeface="Arial"/>
                <a:ea typeface="Arial"/>
                <a:cs typeface="Arial"/>
              </a:defRPr>
            </a:lvl1pPr>
            <a:lvl2pPr algn="l">
              <a:defRPr sz="1200" b="0">
                <a:solidFill>
                  <a:srgbClr val="B7C4CA"/>
                </a:solidFill>
                <a:latin typeface="Arial"/>
                <a:ea typeface="Arial"/>
                <a:cs typeface="Arial"/>
              </a:defRPr>
            </a:lvl2pPr>
            <a:lvl3pPr algn="l">
              <a:defRPr sz="1200" b="0">
                <a:solidFill>
                  <a:srgbClr val="B7C4CA"/>
                </a:solidFill>
                <a:latin typeface="Arial"/>
                <a:ea typeface="Arial"/>
                <a:cs typeface="Arial"/>
              </a:defRPr>
            </a:lvl3pPr>
            <a:lvl4pPr algn="l">
              <a:defRPr sz="1200" b="0">
                <a:solidFill>
                  <a:srgbClr val="B7C4CA"/>
                </a:solidFill>
                <a:latin typeface="Arial"/>
                <a:ea typeface="Arial"/>
                <a:cs typeface="Arial"/>
              </a:defRPr>
            </a:lvl4pPr>
            <a:lvl5pPr algn="l">
              <a:defRPr sz="1200" b="0">
                <a:solidFill>
                  <a:srgbClr val="B7C4CA"/>
                </a:solidFill>
                <a:latin typeface="Arial"/>
                <a:ea typeface="Arial"/>
                <a:cs typeface="Arial"/>
              </a:defRPr>
            </a:lvl5pPr>
            <a:lvl6pPr algn="l">
              <a:defRPr sz="1200" b="0">
                <a:solidFill>
                  <a:srgbClr val="B7C4CA"/>
                </a:solidFill>
                <a:latin typeface="Arial"/>
                <a:ea typeface="Arial"/>
                <a:cs typeface="Arial"/>
              </a:defRPr>
            </a:lvl6pPr>
            <a:lvl7pPr algn="l">
              <a:defRPr sz="1200" b="0">
                <a:solidFill>
                  <a:srgbClr val="B7C4CA"/>
                </a:solidFill>
                <a:latin typeface="Arial"/>
                <a:ea typeface="Arial"/>
                <a:cs typeface="Arial"/>
              </a:defRPr>
            </a:lvl7pPr>
            <a:lvl8pPr algn="l">
              <a:defRPr sz="1200" b="0">
                <a:solidFill>
                  <a:srgbClr val="B7C4CA"/>
                </a:solidFill>
                <a:latin typeface="Arial"/>
                <a:ea typeface="Arial"/>
                <a:cs typeface="Arial"/>
              </a:defRPr>
            </a:lvl8pPr>
            <a:lvl9pPr algn="l">
              <a:defRPr sz="1200" b="0">
                <a:solidFill>
                  <a:srgbClr val="B7C4CA"/>
                </a:solidFill>
                <a:latin typeface="Arial"/>
                <a:ea typeface="Arial"/>
                <a:cs typeface="Arial"/>
              </a:defRPr>
            </a:lvl9pPr>
          </a:lstStyle>
          <a:p xmlns:a="http://schemas.openxmlformats.org/drawingml/2006/main">
            <a:pPr algn="l">
              <a:defRPr sz="1200" b="0">
                <a:solidFill>
                  <a:srgbClr val="B7C4CA"/>
                </a:solidFill>
                <a:latin typeface="Arial"/>
                <a:ea typeface="Arial"/>
                <a:cs typeface="Arial"/>
              </a:defRPr>
            </a:pPr>
            <a:r>
              <a:rPr sz="1200" b="0">
                <a:solidFill>
                  <a:srgbClr val="B7C4CA"/>
                </a:solidFill>
                <a:latin typeface="Arial"/>
                <a:ea typeface="Arial"/>
                <a:cs typeface="Arial"/>
              </a:rPr>
              <a:t>Convolutional layers learn filters/features from data; preprocessing prepares images. No separate edge/corner pipeline.</a:t>
            </a:r>
          </a:p>
        </p:txBody>
      </p:sp>
      <p:sp>
        <p:nvSpPr>
          <p:cNvPr id="14" name="">
            <a:extLst xmlns:a="http://schemas.openxmlformats.org/drawingml/2006/main">
              <a:ext uri="{FF2B5EF4-FFF2-40B4-BE49-F238E27FC236}">
                <a16:creationId xmlns:a16="http://schemas.microsoft.com/office/drawing/2014/main" id="{2B2F1838-435B-4172-AA60-59AF5A053C52}"/>
              </a:ext>
            </a:extLst>
          </p:cNvPr>
          <p:cNvSpPr>
            <a:spLocks xmlns:a="http://schemas.openxmlformats.org/drawingml/2006/main" noGrp="1"/>
          </p:cNvSpPr>
          <p:nvPr/>
        </p:nvSpPr>
        <p:spPr>
          <a:xfrm xmlns:a="http://schemas.openxmlformats.org/drawingml/2006/main">
            <a:off x="590550" y="3800475"/>
            <a:ext cx="11010900" cy="990600"/>
          </a:xfrm>
          <a:prstGeom xmlns:a="http://schemas.openxmlformats.org/drawingml/2006/main" prst="roundRect">
            <a:avLst>
              <a:gd name="adj" fmla="val 7692"/>
            </a:avLst>
          </a:prstGeom>
          <a:solidFill xmlns:a="http://schemas.openxmlformats.org/drawingml/2006/main">
            <a:srgbClr val="192630"/>
          </a:solidFill>
          <a:ln xmlns:a="http://schemas.openxmlformats.org/drawingml/2006/main" w="9525">
            <a:solidFill>
              <a:srgbClr val="40515B"/>
            </a:solidFill>
            <a:prstDash val="solid"/>
          </a:ln>
        </p:spPr>
      </p:sp>
      <p:sp>
        <p:nvSpPr>
          <p:cNvPr id="15" name="">
            <a:extLst xmlns:a="http://schemas.openxmlformats.org/drawingml/2006/main">
              <a:ext uri="{FF2B5EF4-FFF2-40B4-BE49-F238E27FC236}">
                <a16:creationId xmlns:a16="http://schemas.microsoft.com/office/drawing/2014/main" id="{953F5FB7-1AA3-4066-9DCE-014369C4D64F}"/>
              </a:ext>
            </a:extLst>
          </p:cNvPr>
          <p:cNvSpPr>
            <a:spLocks xmlns:a="http://schemas.openxmlformats.org/drawingml/2006/main" noGrp="1"/>
          </p:cNvSpPr>
          <p:nvPr/>
        </p:nvSpPr>
        <p:spPr>
          <a:xfrm xmlns:a="http://schemas.openxmlformats.org/drawingml/2006/main">
            <a:off x="781050" y="393382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FFB454"/>
                </a:solidFill>
                <a:latin typeface="Arial"/>
                <a:ea typeface="Arial"/>
                <a:cs typeface="Arial"/>
              </a:defRPr>
            </a:defPPr>
            <a:lvl1pPr algn="l">
              <a:defRPr sz="1050" b="1">
                <a:solidFill>
                  <a:srgbClr val="FFB454"/>
                </a:solidFill>
                <a:latin typeface="Arial"/>
                <a:ea typeface="Arial"/>
                <a:cs typeface="Arial"/>
              </a:defRPr>
            </a:lvl1pPr>
            <a:lvl2pPr algn="l">
              <a:defRPr sz="1050" b="1">
                <a:solidFill>
                  <a:srgbClr val="FFB454"/>
                </a:solidFill>
                <a:latin typeface="Arial"/>
                <a:ea typeface="Arial"/>
                <a:cs typeface="Arial"/>
              </a:defRPr>
            </a:lvl2pPr>
            <a:lvl3pPr algn="l">
              <a:defRPr sz="1050" b="1">
                <a:solidFill>
                  <a:srgbClr val="FFB454"/>
                </a:solidFill>
                <a:latin typeface="Arial"/>
                <a:ea typeface="Arial"/>
                <a:cs typeface="Arial"/>
              </a:defRPr>
            </a:lvl3pPr>
            <a:lvl4pPr algn="l">
              <a:defRPr sz="1050" b="1">
                <a:solidFill>
                  <a:srgbClr val="FFB454"/>
                </a:solidFill>
                <a:latin typeface="Arial"/>
                <a:ea typeface="Arial"/>
                <a:cs typeface="Arial"/>
              </a:defRPr>
            </a:lvl4pPr>
            <a:lvl5pPr algn="l">
              <a:defRPr sz="1050" b="1">
                <a:solidFill>
                  <a:srgbClr val="FFB454"/>
                </a:solidFill>
                <a:latin typeface="Arial"/>
                <a:ea typeface="Arial"/>
                <a:cs typeface="Arial"/>
              </a:defRPr>
            </a:lvl5pPr>
            <a:lvl6pPr algn="l">
              <a:defRPr sz="1050" b="1">
                <a:solidFill>
                  <a:srgbClr val="FFB454"/>
                </a:solidFill>
                <a:latin typeface="Arial"/>
                <a:ea typeface="Arial"/>
                <a:cs typeface="Arial"/>
              </a:defRPr>
            </a:lvl6pPr>
            <a:lvl7pPr algn="l">
              <a:defRPr sz="1050" b="1">
                <a:solidFill>
                  <a:srgbClr val="FFB454"/>
                </a:solidFill>
                <a:latin typeface="Arial"/>
                <a:ea typeface="Arial"/>
                <a:cs typeface="Arial"/>
              </a:defRPr>
            </a:lvl7pPr>
            <a:lvl8pPr algn="l">
              <a:defRPr sz="1050" b="1">
                <a:solidFill>
                  <a:srgbClr val="FFB454"/>
                </a:solidFill>
                <a:latin typeface="Arial"/>
                <a:ea typeface="Arial"/>
                <a:cs typeface="Arial"/>
              </a:defRPr>
            </a:lvl8pPr>
            <a:lvl9pPr algn="l">
              <a:defRPr sz="1050" b="1">
                <a:solidFill>
                  <a:srgbClr val="FFB454"/>
                </a:solidFill>
                <a:latin typeface="Arial"/>
                <a:ea typeface="Arial"/>
                <a:cs typeface="Arial"/>
              </a:defRPr>
            </a:lvl9pPr>
          </a:lstStyle>
          <a:p xmlns:a="http://schemas.openxmlformats.org/drawingml/2006/main">
            <a:pPr algn="l">
              <a:defRPr sz="1050" b="1">
                <a:solidFill>
                  <a:srgbClr val="FFB454"/>
                </a:solidFill>
                <a:latin typeface="Arial"/>
                <a:ea typeface="Arial"/>
                <a:cs typeface="Arial"/>
              </a:defRPr>
            </a:pPr>
            <a:r>
              <a:rPr sz="1050" b="1">
                <a:solidFill>
                  <a:srgbClr val="FFB454"/>
                </a:solidFill>
                <a:latin typeface="Arial"/>
                <a:ea typeface="Arial"/>
                <a:cs typeface="Arial"/>
              </a:rPr>
              <a:t>MODULE 3</a:t>
            </a:r>
          </a:p>
        </p:txBody>
      </p:sp>
      <p:sp>
        <p:nvSpPr>
          <p:cNvPr id="16" name="">
            <a:extLst xmlns:a="http://schemas.openxmlformats.org/drawingml/2006/main">
              <a:ext uri="{FF2B5EF4-FFF2-40B4-BE49-F238E27FC236}">
                <a16:creationId xmlns:a16="http://schemas.microsoft.com/office/drawing/2014/main" id="{1898E386-8784-4C1D-8D5D-831D22A2A186}"/>
              </a:ext>
            </a:extLst>
          </p:cNvPr>
          <p:cNvSpPr>
            <a:spLocks xmlns:a="http://schemas.openxmlformats.org/drawingml/2006/main" noGrp="1"/>
          </p:cNvSpPr>
          <p:nvPr/>
        </p:nvSpPr>
        <p:spPr>
          <a:xfrm xmlns:a="http://schemas.openxmlformats.org/drawingml/2006/main">
            <a:off x="2305050" y="391477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3F5F6"/>
                </a:solidFill>
                <a:latin typeface="Arial"/>
                <a:ea typeface="Arial"/>
                <a:cs typeface="Arial"/>
              </a:defRPr>
            </a:defPPr>
            <a:lvl1pPr algn="l">
              <a:defRPr sz="1500" b="1">
                <a:solidFill>
                  <a:srgbClr val="F3F5F6"/>
                </a:solidFill>
                <a:latin typeface="Arial"/>
                <a:ea typeface="Arial"/>
                <a:cs typeface="Arial"/>
              </a:defRPr>
            </a:lvl1pPr>
            <a:lvl2pPr algn="l">
              <a:defRPr sz="1500" b="1">
                <a:solidFill>
                  <a:srgbClr val="F3F5F6"/>
                </a:solidFill>
                <a:latin typeface="Arial"/>
                <a:ea typeface="Arial"/>
                <a:cs typeface="Arial"/>
              </a:defRPr>
            </a:lvl2pPr>
            <a:lvl3pPr algn="l">
              <a:defRPr sz="1500" b="1">
                <a:solidFill>
                  <a:srgbClr val="F3F5F6"/>
                </a:solidFill>
                <a:latin typeface="Arial"/>
                <a:ea typeface="Arial"/>
                <a:cs typeface="Arial"/>
              </a:defRPr>
            </a:lvl3pPr>
            <a:lvl4pPr algn="l">
              <a:defRPr sz="1500" b="1">
                <a:solidFill>
                  <a:srgbClr val="F3F5F6"/>
                </a:solidFill>
                <a:latin typeface="Arial"/>
                <a:ea typeface="Arial"/>
                <a:cs typeface="Arial"/>
              </a:defRPr>
            </a:lvl4pPr>
            <a:lvl5pPr algn="l">
              <a:defRPr sz="1500" b="1">
                <a:solidFill>
                  <a:srgbClr val="F3F5F6"/>
                </a:solidFill>
                <a:latin typeface="Arial"/>
                <a:ea typeface="Arial"/>
                <a:cs typeface="Arial"/>
              </a:defRPr>
            </a:lvl5pPr>
            <a:lvl6pPr algn="l">
              <a:defRPr sz="1500" b="1">
                <a:solidFill>
                  <a:srgbClr val="F3F5F6"/>
                </a:solidFill>
                <a:latin typeface="Arial"/>
                <a:ea typeface="Arial"/>
                <a:cs typeface="Arial"/>
              </a:defRPr>
            </a:lvl6pPr>
            <a:lvl7pPr algn="l">
              <a:defRPr sz="1500" b="1">
                <a:solidFill>
                  <a:srgbClr val="F3F5F6"/>
                </a:solidFill>
                <a:latin typeface="Arial"/>
                <a:ea typeface="Arial"/>
                <a:cs typeface="Arial"/>
              </a:defRPr>
            </a:lvl7pPr>
            <a:lvl8pPr algn="l">
              <a:defRPr sz="1500" b="1">
                <a:solidFill>
                  <a:srgbClr val="F3F5F6"/>
                </a:solidFill>
                <a:latin typeface="Arial"/>
                <a:ea typeface="Arial"/>
                <a:cs typeface="Arial"/>
              </a:defRPr>
            </a:lvl8pPr>
            <a:lvl9pPr algn="l">
              <a:defRPr sz="1500" b="1">
                <a:solidFill>
                  <a:srgbClr val="F3F5F6"/>
                </a:solidFill>
                <a:latin typeface="Arial"/>
                <a:ea typeface="Arial"/>
                <a:cs typeface="Arial"/>
              </a:defRPr>
            </a:lvl9pPr>
          </a:lstStyle>
          <a:p xmlns:a="http://schemas.openxmlformats.org/drawingml/2006/main">
            <a:pPr algn="l">
              <a:defRPr sz="1500" b="1">
                <a:solidFill>
                  <a:srgbClr val="F3F5F6"/>
                </a:solidFill>
                <a:latin typeface="Arial"/>
                <a:ea typeface="Arial"/>
                <a:cs typeface="Arial"/>
              </a:defRPr>
            </a:pPr>
            <a:r>
              <a:rPr sz="1500" b="1">
                <a:solidFill>
                  <a:srgbClr val="F3F5F6"/>
                </a:solidFill>
                <a:latin typeface="Arial"/>
                <a:ea typeface="Arial"/>
                <a:cs typeface="Arial"/>
              </a:rPr>
              <a:t>ML for computer vision</a:t>
            </a:r>
          </a:p>
        </p:txBody>
      </p:sp>
      <p:sp>
        <p:nvSpPr>
          <p:cNvPr id="17" name="">
            <a:extLst xmlns:a="http://schemas.openxmlformats.org/drawingml/2006/main">
              <a:ext uri="{FF2B5EF4-FFF2-40B4-BE49-F238E27FC236}">
                <a16:creationId xmlns:a16="http://schemas.microsoft.com/office/drawing/2014/main" id="{62A01FF0-F783-4998-95B1-976CD335FAB2}"/>
              </a:ext>
            </a:extLst>
          </p:cNvPr>
          <p:cNvSpPr>
            <a:spLocks xmlns:a="http://schemas.openxmlformats.org/drawingml/2006/main" noGrp="1"/>
          </p:cNvSpPr>
          <p:nvPr/>
        </p:nvSpPr>
        <p:spPr>
          <a:xfrm xmlns:a="http://schemas.openxmlformats.org/drawingml/2006/main">
            <a:off x="5429250" y="3914775"/>
            <a:ext cx="5857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B7C4CA"/>
                </a:solidFill>
                <a:latin typeface="Arial"/>
                <a:ea typeface="Arial"/>
                <a:cs typeface="Arial"/>
              </a:defRPr>
            </a:defPPr>
            <a:lvl1pPr algn="l">
              <a:defRPr sz="1200" b="0">
                <a:solidFill>
                  <a:srgbClr val="B7C4CA"/>
                </a:solidFill>
                <a:latin typeface="Arial"/>
                <a:ea typeface="Arial"/>
                <a:cs typeface="Arial"/>
              </a:defRPr>
            </a:lvl1pPr>
            <a:lvl2pPr algn="l">
              <a:defRPr sz="1200" b="0">
                <a:solidFill>
                  <a:srgbClr val="B7C4CA"/>
                </a:solidFill>
                <a:latin typeface="Arial"/>
                <a:ea typeface="Arial"/>
                <a:cs typeface="Arial"/>
              </a:defRPr>
            </a:lvl2pPr>
            <a:lvl3pPr algn="l">
              <a:defRPr sz="1200" b="0">
                <a:solidFill>
                  <a:srgbClr val="B7C4CA"/>
                </a:solidFill>
                <a:latin typeface="Arial"/>
                <a:ea typeface="Arial"/>
                <a:cs typeface="Arial"/>
              </a:defRPr>
            </a:lvl3pPr>
            <a:lvl4pPr algn="l">
              <a:defRPr sz="1200" b="0">
                <a:solidFill>
                  <a:srgbClr val="B7C4CA"/>
                </a:solidFill>
                <a:latin typeface="Arial"/>
                <a:ea typeface="Arial"/>
                <a:cs typeface="Arial"/>
              </a:defRPr>
            </a:lvl4pPr>
            <a:lvl5pPr algn="l">
              <a:defRPr sz="1200" b="0">
                <a:solidFill>
                  <a:srgbClr val="B7C4CA"/>
                </a:solidFill>
                <a:latin typeface="Arial"/>
                <a:ea typeface="Arial"/>
                <a:cs typeface="Arial"/>
              </a:defRPr>
            </a:lvl5pPr>
            <a:lvl6pPr algn="l">
              <a:defRPr sz="1200" b="0">
                <a:solidFill>
                  <a:srgbClr val="B7C4CA"/>
                </a:solidFill>
                <a:latin typeface="Arial"/>
                <a:ea typeface="Arial"/>
                <a:cs typeface="Arial"/>
              </a:defRPr>
            </a:lvl6pPr>
            <a:lvl7pPr algn="l">
              <a:defRPr sz="1200" b="0">
                <a:solidFill>
                  <a:srgbClr val="B7C4CA"/>
                </a:solidFill>
                <a:latin typeface="Arial"/>
                <a:ea typeface="Arial"/>
                <a:cs typeface="Arial"/>
              </a:defRPr>
            </a:lvl7pPr>
            <a:lvl8pPr algn="l">
              <a:defRPr sz="1200" b="0">
                <a:solidFill>
                  <a:srgbClr val="B7C4CA"/>
                </a:solidFill>
                <a:latin typeface="Arial"/>
                <a:ea typeface="Arial"/>
                <a:cs typeface="Arial"/>
              </a:defRPr>
            </a:lvl8pPr>
            <a:lvl9pPr algn="l">
              <a:defRPr sz="1200" b="0">
                <a:solidFill>
                  <a:srgbClr val="B7C4CA"/>
                </a:solidFill>
                <a:latin typeface="Arial"/>
                <a:ea typeface="Arial"/>
                <a:cs typeface="Arial"/>
              </a:defRPr>
            </a:lvl9pPr>
          </a:lstStyle>
          <a:p xmlns:a="http://schemas.openxmlformats.org/drawingml/2006/main">
            <a:pPr algn="l">
              <a:defRPr sz="1200" b="0">
                <a:solidFill>
                  <a:srgbClr val="B7C4CA"/>
                </a:solidFill>
                <a:latin typeface="Arial"/>
                <a:ea typeface="Arial"/>
                <a:cs typeface="Arial"/>
              </a:defRPr>
            </a:pPr>
            <a:r>
              <a:rPr sz="1200" b="0">
                <a:solidFill>
                  <a:srgbClr val="B7C4CA"/>
                </a:solidFill>
                <a:latin typeface="Arial"/>
                <a:ea typeface="Arial"/>
                <a:cs typeface="Arial"/>
              </a:rPr>
              <a:t>Direct match: labeled data, binary classification, pretrained CNN, transfer learning and fine-tuning.</a:t>
            </a:r>
          </a:p>
        </p:txBody>
      </p:sp>
      <p:sp>
        <p:nvSpPr>
          <p:cNvPr id="18" name="">
            <a:extLst xmlns:a="http://schemas.openxmlformats.org/drawingml/2006/main">
              <a:ext uri="{FF2B5EF4-FFF2-40B4-BE49-F238E27FC236}">
                <a16:creationId xmlns:a16="http://schemas.microsoft.com/office/drawing/2014/main" id="{1B532B37-0533-4D91-894C-3FFD4F4D7402}"/>
              </a:ext>
            </a:extLst>
          </p:cNvPr>
          <p:cNvSpPr>
            <a:spLocks xmlns:a="http://schemas.openxmlformats.org/drawingml/2006/main" noGrp="1"/>
          </p:cNvSpPr>
          <p:nvPr/>
        </p:nvSpPr>
        <p:spPr>
          <a:xfrm xmlns:a="http://schemas.openxmlformats.org/drawingml/2006/main">
            <a:off x="590550" y="4914900"/>
            <a:ext cx="11010900" cy="990600"/>
          </a:xfrm>
          <a:prstGeom xmlns:a="http://schemas.openxmlformats.org/drawingml/2006/main" prst="roundRect">
            <a:avLst>
              <a:gd name="adj" fmla="val 7692"/>
            </a:avLst>
          </a:prstGeom>
          <a:solidFill xmlns:a="http://schemas.openxmlformats.org/drawingml/2006/main">
            <a:srgbClr val="192630"/>
          </a:solidFill>
          <a:ln xmlns:a="http://schemas.openxmlformats.org/drawingml/2006/main" w="9525">
            <a:solidFill>
              <a:srgbClr val="40515B"/>
            </a:solidFill>
            <a:prstDash val="solid"/>
          </a:ln>
        </p:spPr>
      </p:sp>
      <p:sp>
        <p:nvSpPr>
          <p:cNvPr id="19" name="">
            <a:extLst xmlns:a="http://schemas.openxmlformats.org/drawingml/2006/main">
              <a:ext uri="{FF2B5EF4-FFF2-40B4-BE49-F238E27FC236}">
                <a16:creationId xmlns:a16="http://schemas.microsoft.com/office/drawing/2014/main" id="{F4E7103B-9BB2-4B81-A41E-F048F8982B43}"/>
              </a:ext>
            </a:extLst>
          </p:cNvPr>
          <p:cNvSpPr>
            <a:spLocks xmlns:a="http://schemas.openxmlformats.org/drawingml/2006/main" noGrp="1"/>
          </p:cNvSpPr>
          <p:nvPr/>
        </p:nvSpPr>
        <p:spPr>
          <a:xfrm xmlns:a="http://schemas.openxmlformats.org/drawingml/2006/main">
            <a:off x="781050" y="50482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B7C4CA"/>
                </a:solidFill>
                <a:latin typeface="Arial"/>
                <a:ea typeface="Arial"/>
                <a:cs typeface="Arial"/>
              </a:defRPr>
            </a:defPPr>
            <a:lvl1pPr algn="l">
              <a:defRPr sz="1050" b="1">
                <a:solidFill>
                  <a:srgbClr val="B7C4CA"/>
                </a:solidFill>
                <a:latin typeface="Arial"/>
                <a:ea typeface="Arial"/>
                <a:cs typeface="Arial"/>
              </a:defRPr>
            </a:lvl1pPr>
            <a:lvl2pPr algn="l">
              <a:defRPr sz="1050" b="1">
                <a:solidFill>
                  <a:srgbClr val="B7C4CA"/>
                </a:solidFill>
                <a:latin typeface="Arial"/>
                <a:ea typeface="Arial"/>
                <a:cs typeface="Arial"/>
              </a:defRPr>
            </a:lvl2pPr>
            <a:lvl3pPr algn="l">
              <a:defRPr sz="1050" b="1">
                <a:solidFill>
                  <a:srgbClr val="B7C4CA"/>
                </a:solidFill>
                <a:latin typeface="Arial"/>
                <a:ea typeface="Arial"/>
                <a:cs typeface="Arial"/>
              </a:defRPr>
            </a:lvl3pPr>
            <a:lvl4pPr algn="l">
              <a:defRPr sz="1050" b="1">
                <a:solidFill>
                  <a:srgbClr val="B7C4CA"/>
                </a:solidFill>
                <a:latin typeface="Arial"/>
                <a:ea typeface="Arial"/>
                <a:cs typeface="Arial"/>
              </a:defRPr>
            </a:lvl4pPr>
            <a:lvl5pPr algn="l">
              <a:defRPr sz="1050" b="1">
                <a:solidFill>
                  <a:srgbClr val="B7C4CA"/>
                </a:solidFill>
                <a:latin typeface="Arial"/>
                <a:ea typeface="Arial"/>
                <a:cs typeface="Arial"/>
              </a:defRPr>
            </a:lvl5pPr>
            <a:lvl6pPr algn="l">
              <a:defRPr sz="1050" b="1">
                <a:solidFill>
                  <a:srgbClr val="B7C4CA"/>
                </a:solidFill>
                <a:latin typeface="Arial"/>
                <a:ea typeface="Arial"/>
                <a:cs typeface="Arial"/>
              </a:defRPr>
            </a:lvl6pPr>
            <a:lvl7pPr algn="l">
              <a:defRPr sz="1050" b="1">
                <a:solidFill>
                  <a:srgbClr val="B7C4CA"/>
                </a:solidFill>
                <a:latin typeface="Arial"/>
                <a:ea typeface="Arial"/>
                <a:cs typeface="Arial"/>
              </a:defRPr>
            </a:lvl7pPr>
            <a:lvl8pPr algn="l">
              <a:defRPr sz="1050" b="1">
                <a:solidFill>
                  <a:srgbClr val="B7C4CA"/>
                </a:solidFill>
                <a:latin typeface="Arial"/>
                <a:ea typeface="Arial"/>
                <a:cs typeface="Arial"/>
              </a:defRPr>
            </a:lvl8pPr>
            <a:lvl9pPr algn="l">
              <a:defRPr sz="1050" b="1">
                <a:solidFill>
                  <a:srgbClr val="B7C4CA"/>
                </a:solidFill>
                <a:latin typeface="Arial"/>
                <a:ea typeface="Arial"/>
                <a:cs typeface="Arial"/>
              </a:defRPr>
            </a:lvl9pPr>
          </a:lstStyle>
          <a:p xmlns:a="http://schemas.openxmlformats.org/drawingml/2006/main">
            <a:pPr algn="l">
              <a:defRPr sz="1050" b="1">
                <a:solidFill>
                  <a:srgbClr val="B7C4CA"/>
                </a:solidFill>
                <a:latin typeface="Arial"/>
                <a:ea typeface="Arial"/>
                <a:cs typeface="Arial"/>
              </a:defRPr>
            </a:pPr>
            <a:r>
              <a:rPr sz="1050" b="1">
                <a:solidFill>
                  <a:srgbClr val="B7C4CA"/>
                </a:solidFill>
                <a:latin typeface="Arial"/>
                <a:ea typeface="Arial"/>
                <a:cs typeface="Arial"/>
              </a:rPr>
              <a:t>MODULE 4</a:t>
            </a:r>
          </a:p>
        </p:txBody>
      </p:sp>
      <p:sp>
        <p:nvSpPr>
          <p:cNvPr id="20" name="">
            <a:extLst xmlns:a="http://schemas.openxmlformats.org/drawingml/2006/main">
              <a:ext uri="{FF2B5EF4-FFF2-40B4-BE49-F238E27FC236}">
                <a16:creationId xmlns:a16="http://schemas.microsoft.com/office/drawing/2014/main" id="{D0697365-7F94-487E-B953-098800E1E50B}"/>
              </a:ext>
            </a:extLst>
          </p:cNvPr>
          <p:cNvSpPr>
            <a:spLocks xmlns:a="http://schemas.openxmlformats.org/drawingml/2006/main" noGrp="1"/>
          </p:cNvSpPr>
          <p:nvPr/>
        </p:nvSpPr>
        <p:spPr>
          <a:xfrm xmlns:a="http://schemas.openxmlformats.org/drawingml/2006/main">
            <a:off x="2305050" y="50292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3F5F6"/>
                </a:solidFill>
                <a:latin typeface="Arial"/>
                <a:ea typeface="Arial"/>
                <a:cs typeface="Arial"/>
              </a:defRPr>
            </a:defPPr>
            <a:lvl1pPr algn="l">
              <a:defRPr sz="1500" b="1">
                <a:solidFill>
                  <a:srgbClr val="F3F5F6"/>
                </a:solidFill>
                <a:latin typeface="Arial"/>
                <a:ea typeface="Arial"/>
                <a:cs typeface="Arial"/>
              </a:defRPr>
            </a:lvl1pPr>
            <a:lvl2pPr algn="l">
              <a:defRPr sz="1500" b="1">
                <a:solidFill>
                  <a:srgbClr val="F3F5F6"/>
                </a:solidFill>
                <a:latin typeface="Arial"/>
                <a:ea typeface="Arial"/>
                <a:cs typeface="Arial"/>
              </a:defRPr>
            </a:lvl2pPr>
            <a:lvl3pPr algn="l">
              <a:defRPr sz="1500" b="1">
                <a:solidFill>
                  <a:srgbClr val="F3F5F6"/>
                </a:solidFill>
                <a:latin typeface="Arial"/>
                <a:ea typeface="Arial"/>
                <a:cs typeface="Arial"/>
              </a:defRPr>
            </a:lvl3pPr>
            <a:lvl4pPr algn="l">
              <a:defRPr sz="1500" b="1">
                <a:solidFill>
                  <a:srgbClr val="F3F5F6"/>
                </a:solidFill>
                <a:latin typeface="Arial"/>
                <a:ea typeface="Arial"/>
                <a:cs typeface="Arial"/>
              </a:defRPr>
            </a:lvl4pPr>
            <a:lvl5pPr algn="l">
              <a:defRPr sz="1500" b="1">
                <a:solidFill>
                  <a:srgbClr val="F3F5F6"/>
                </a:solidFill>
                <a:latin typeface="Arial"/>
                <a:ea typeface="Arial"/>
                <a:cs typeface="Arial"/>
              </a:defRPr>
            </a:lvl5pPr>
            <a:lvl6pPr algn="l">
              <a:defRPr sz="1500" b="1">
                <a:solidFill>
                  <a:srgbClr val="F3F5F6"/>
                </a:solidFill>
                <a:latin typeface="Arial"/>
                <a:ea typeface="Arial"/>
                <a:cs typeface="Arial"/>
              </a:defRPr>
            </a:lvl6pPr>
            <a:lvl7pPr algn="l">
              <a:defRPr sz="1500" b="1">
                <a:solidFill>
                  <a:srgbClr val="F3F5F6"/>
                </a:solidFill>
                <a:latin typeface="Arial"/>
                <a:ea typeface="Arial"/>
                <a:cs typeface="Arial"/>
              </a:defRPr>
            </a:lvl7pPr>
            <a:lvl8pPr algn="l">
              <a:defRPr sz="1500" b="1">
                <a:solidFill>
                  <a:srgbClr val="F3F5F6"/>
                </a:solidFill>
                <a:latin typeface="Arial"/>
                <a:ea typeface="Arial"/>
                <a:cs typeface="Arial"/>
              </a:defRPr>
            </a:lvl8pPr>
            <a:lvl9pPr algn="l">
              <a:defRPr sz="1500" b="1">
                <a:solidFill>
                  <a:srgbClr val="F3F5F6"/>
                </a:solidFill>
                <a:latin typeface="Arial"/>
                <a:ea typeface="Arial"/>
                <a:cs typeface="Arial"/>
              </a:defRPr>
            </a:lvl9pPr>
          </a:lstStyle>
          <a:p xmlns:a="http://schemas.openxmlformats.org/drawingml/2006/main">
            <a:pPr algn="l">
              <a:defRPr sz="1500" b="1">
                <a:solidFill>
                  <a:srgbClr val="F3F5F6"/>
                </a:solidFill>
                <a:latin typeface="Arial"/>
                <a:ea typeface="Arial"/>
                <a:cs typeface="Arial"/>
              </a:defRPr>
            </a:pPr>
            <a:r>
              <a:rPr sz="1500" b="1">
                <a:solidFill>
                  <a:srgbClr val="F3F5F6"/>
                </a:solidFill>
                <a:latin typeface="Arial"/>
                <a:ea typeface="Arial"/>
                <a:cs typeface="Arial"/>
              </a:rPr>
              <a:t>Segmentation &amp; detection</a:t>
            </a:r>
          </a:p>
        </p:txBody>
      </p:sp>
      <p:sp>
        <p:nvSpPr>
          <p:cNvPr id="21" name="">
            <a:extLst xmlns:a="http://schemas.openxmlformats.org/drawingml/2006/main">
              <a:ext uri="{FF2B5EF4-FFF2-40B4-BE49-F238E27FC236}">
                <a16:creationId xmlns:a16="http://schemas.microsoft.com/office/drawing/2014/main" id="{F624BE60-1C6F-4043-A12B-2F8BAFD63A83}"/>
              </a:ext>
            </a:extLst>
          </p:cNvPr>
          <p:cNvSpPr>
            <a:spLocks xmlns:a="http://schemas.openxmlformats.org/drawingml/2006/main" noGrp="1"/>
          </p:cNvSpPr>
          <p:nvPr/>
        </p:nvSpPr>
        <p:spPr>
          <a:xfrm xmlns:a="http://schemas.openxmlformats.org/drawingml/2006/main">
            <a:off x="5429250" y="5029200"/>
            <a:ext cx="5857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B7C4CA"/>
                </a:solidFill>
                <a:latin typeface="Arial"/>
                <a:ea typeface="Arial"/>
                <a:cs typeface="Arial"/>
              </a:defRPr>
            </a:defPPr>
            <a:lvl1pPr algn="l">
              <a:defRPr sz="1200" b="0">
                <a:solidFill>
                  <a:srgbClr val="B7C4CA"/>
                </a:solidFill>
                <a:latin typeface="Arial"/>
                <a:ea typeface="Arial"/>
                <a:cs typeface="Arial"/>
              </a:defRPr>
            </a:lvl1pPr>
            <a:lvl2pPr algn="l">
              <a:defRPr sz="1200" b="0">
                <a:solidFill>
                  <a:srgbClr val="B7C4CA"/>
                </a:solidFill>
                <a:latin typeface="Arial"/>
                <a:ea typeface="Arial"/>
                <a:cs typeface="Arial"/>
              </a:defRPr>
            </a:lvl2pPr>
            <a:lvl3pPr algn="l">
              <a:defRPr sz="1200" b="0">
                <a:solidFill>
                  <a:srgbClr val="B7C4CA"/>
                </a:solidFill>
                <a:latin typeface="Arial"/>
                <a:ea typeface="Arial"/>
                <a:cs typeface="Arial"/>
              </a:defRPr>
            </a:lvl3pPr>
            <a:lvl4pPr algn="l">
              <a:defRPr sz="1200" b="0">
                <a:solidFill>
                  <a:srgbClr val="B7C4CA"/>
                </a:solidFill>
                <a:latin typeface="Arial"/>
                <a:ea typeface="Arial"/>
                <a:cs typeface="Arial"/>
              </a:defRPr>
            </a:lvl4pPr>
            <a:lvl5pPr algn="l">
              <a:defRPr sz="1200" b="0">
                <a:solidFill>
                  <a:srgbClr val="B7C4CA"/>
                </a:solidFill>
                <a:latin typeface="Arial"/>
                <a:ea typeface="Arial"/>
                <a:cs typeface="Arial"/>
              </a:defRPr>
            </a:lvl5pPr>
            <a:lvl6pPr algn="l">
              <a:defRPr sz="1200" b="0">
                <a:solidFill>
                  <a:srgbClr val="B7C4CA"/>
                </a:solidFill>
                <a:latin typeface="Arial"/>
                <a:ea typeface="Arial"/>
                <a:cs typeface="Arial"/>
              </a:defRPr>
            </a:lvl6pPr>
            <a:lvl7pPr algn="l">
              <a:defRPr sz="1200" b="0">
                <a:solidFill>
                  <a:srgbClr val="B7C4CA"/>
                </a:solidFill>
                <a:latin typeface="Arial"/>
                <a:ea typeface="Arial"/>
                <a:cs typeface="Arial"/>
              </a:defRPr>
            </a:lvl7pPr>
            <a:lvl8pPr algn="l">
              <a:defRPr sz="1200" b="0">
                <a:solidFill>
                  <a:srgbClr val="B7C4CA"/>
                </a:solidFill>
                <a:latin typeface="Arial"/>
                <a:ea typeface="Arial"/>
                <a:cs typeface="Arial"/>
              </a:defRPr>
            </a:lvl8pPr>
            <a:lvl9pPr algn="l">
              <a:defRPr sz="1200" b="0">
                <a:solidFill>
                  <a:srgbClr val="B7C4CA"/>
                </a:solidFill>
                <a:latin typeface="Arial"/>
                <a:ea typeface="Arial"/>
                <a:cs typeface="Arial"/>
              </a:defRPr>
            </a:lvl9pPr>
          </a:lstStyle>
          <a:p xmlns:a="http://schemas.openxmlformats.org/drawingml/2006/main">
            <a:pPr algn="l">
              <a:defRPr sz="1200" b="0">
                <a:solidFill>
                  <a:srgbClr val="B7C4CA"/>
                </a:solidFill>
                <a:latin typeface="Arial"/>
                <a:ea typeface="Arial"/>
                <a:cs typeface="Arial"/>
              </a:defRPr>
            </a:pPr>
            <a:r>
              <a:rPr sz="1200" b="0">
                <a:solidFill>
                  <a:srgbClr val="B7C4CA"/>
                </a:solidFill>
                <a:latin typeface="Arial"/>
                <a:ea typeface="Arial"/>
                <a:cs typeface="Arial"/>
              </a:rPr>
              <a:t>Evaluation metrics are relevant; YOLO, U-Net, Mask R-CNN and segmentation are possible extensions, not current features.</a:t>
            </a:r>
          </a:p>
        </p:txBody>
      </p:sp>
    </p:spTree>
    <p:extLst>
      <p:ext uri="{BB962C8B-B14F-4D97-AF65-F5344CB8AC3E}">
        <p14:creationId xmlns:p14="http://schemas.microsoft.com/office/powerpoint/2010/main" val="1319052461"/>
      </p:ext>
    </p:extLst>
  </p:cSld>
</p:sld>
</file>

<file path=ppt/slides/slide6.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C88A2B1-5F8A-4EE4-A609-2FD11EE7D9EE}"/>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05  /  PIPELINE</a:t>
            </a:r>
          </a:p>
        </p:txBody>
      </p:sp>
      <p:sp>
        <p:nvSpPr>
          <p:cNvPr id="2" name="">
            <a:extLst xmlns:a="http://schemas.openxmlformats.org/drawingml/2006/main">
              <a:ext uri="{FF2B5EF4-FFF2-40B4-BE49-F238E27FC236}">
                <a16:creationId xmlns:a16="http://schemas.microsoft.com/office/drawing/2014/main" id="{443C8689-F6F4-48EC-A8E4-AE64C4836207}"/>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System architecture: from image to result</a:t>
            </a:r>
          </a:p>
        </p:txBody>
      </p:sp>
      <p:sp>
        <p:nvSpPr>
          <p:cNvPr id="3" name="">
            <a:extLst xmlns:a="http://schemas.openxmlformats.org/drawingml/2006/main">
              <a:ext uri="{FF2B5EF4-FFF2-40B4-BE49-F238E27FC236}">
                <a16:creationId xmlns:a16="http://schemas.microsoft.com/office/drawing/2014/main" id="{30F8560D-D74F-4EFA-B423-CE35408E0D73}"/>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AAAF09E1-B39E-400D-97E9-74F09A0F628B}"/>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9E6B1CEE-8FAA-4E0C-82FF-3C862B3D9956}"/>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C42387FA-3376-4054-B446-E9CF36AF6312}"/>
              </a:ext>
            </a:extLst>
          </p:cNvPr>
          <p:cNvSpPr>
            <a:spLocks xmlns:a="http://schemas.openxmlformats.org/drawingml/2006/main" noGrp="1"/>
          </p:cNvSpPr>
          <p:nvPr/>
        </p:nvSpPr>
        <p:spPr>
          <a:xfrm xmlns:a="http://schemas.openxmlformats.org/drawingml/2006/main">
            <a:off x="457200" y="1952625"/>
            <a:ext cx="1924050" cy="1524000"/>
          </a:xfrm>
          <a:prstGeom xmlns:a="http://schemas.openxmlformats.org/drawingml/2006/main" prst="roundRect">
            <a:avLst>
              <a:gd name="adj" fmla="val 5000"/>
            </a:avLst>
          </a:prstGeom>
          <a:solidFill xmlns:a="http://schemas.openxmlformats.org/drawingml/2006/main">
            <a:srgbClr val="223440"/>
          </a:solidFill>
          <a:ln xmlns:a="http://schemas.openxmlformats.org/drawingml/2006/main" w="9525">
            <a:solidFill>
              <a:srgbClr val="40515B"/>
            </a:solidFill>
            <a:prstDash val="solid"/>
          </a:ln>
        </p:spPr>
      </p:sp>
      <p:sp>
        <p:nvSpPr>
          <p:cNvPr id="7" name="">
            <a:extLst xmlns:a="http://schemas.openxmlformats.org/drawingml/2006/main">
              <a:ext uri="{FF2B5EF4-FFF2-40B4-BE49-F238E27FC236}">
                <a16:creationId xmlns:a16="http://schemas.microsoft.com/office/drawing/2014/main" id="{C123F28E-9E16-4167-9D82-9AB4A61EB86D}"/>
              </a:ext>
            </a:extLst>
          </p:cNvPr>
          <p:cNvSpPr>
            <a:spLocks xmlns:a="http://schemas.openxmlformats.org/drawingml/2006/main" noGrp="1"/>
          </p:cNvSpPr>
          <p:nvPr/>
        </p:nvSpPr>
        <p:spPr>
          <a:xfrm xmlns:a="http://schemas.openxmlformats.org/drawingml/2006/main">
            <a:off x="609600" y="20955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FB454"/>
                </a:solidFill>
                <a:latin typeface="Arial"/>
                <a:ea typeface="Arial"/>
                <a:cs typeface="Arial"/>
              </a:defRPr>
            </a:defPPr>
            <a:lvl1pPr algn="l">
              <a:defRPr sz="1200" b="1">
                <a:solidFill>
                  <a:srgbClr val="FFB454"/>
                </a:solidFill>
                <a:latin typeface="Arial"/>
                <a:ea typeface="Arial"/>
                <a:cs typeface="Arial"/>
              </a:defRPr>
            </a:lvl1pPr>
            <a:lvl2pPr algn="l">
              <a:defRPr sz="1200" b="1">
                <a:solidFill>
                  <a:srgbClr val="FFB454"/>
                </a:solidFill>
                <a:latin typeface="Arial"/>
                <a:ea typeface="Arial"/>
                <a:cs typeface="Arial"/>
              </a:defRPr>
            </a:lvl2pPr>
            <a:lvl3pPr algn="l">
              <a:defRPr sz="1200" b="1">
                <a:solidFill>
                  <a:srgbClr val="FFB454"/>
                </a:solidFill>
                <a:latin typeface="Arial"/>
                <a:ea typeface="Arial"/>
                <a:cs typeface="Arial"/>
              </a:defRPr>
            </a:lvl3pPr>
            <a:lvl4pPr algn="l">
              <a:defRPr sz="1200" b="1">
                <a:solidFill>
                  <a:srgbClr val="FFB454"/>
                </a:solidFill>
                <a:latin typeface="Arial"/>
                <a:ea typeface="Arial"/>
                <a:cs typeface="Arial"/>
              </a:defRPr>
            </a:lvl4pPr>
            <a:lvl5pPr algn="l">
              <a:defRPr sz="1200" b="1">
                <a:solidFill>
                  <a:srgbClr val="FFB454"/>
                </a:solidFill>
                <a:latin typeface="Arial"/>
                <a:ea typeface="Arial"/>
                <a:cs typeface="Arial"/>
              </a:defRPr>
            </a:lvl5pPr>
            <a:lvl6pPr algn="l">
              <a:defRPr sz="1200" b="1">
                <a:solidFill>
                  <a:srgbClr val="FFB454"/>
                </a:solidFill>
                <a:latin typeface="Arial"/>
                <a:ea typeface="Arial"/>
                <a:cs typeface="Arial"/>
              </a:defRPr>
            </a:lvl6pPr>
            <a:lvl7pPr algn="l">
              <a:defRPr sz="1200" b="1">
                <a:solidFill>
                  <a:srgbClr val="FFB454"/>
                </a:solidFill>
                <a:latin typeface="Arial"/>
                <a:ea typeface="Arial"/>
                <a:cs typeface="Arial"/>
              </a:defRPr>
            </a:lvl7pPr>
            <a:lvl8pPr algn="l">
              <a:defRPr sz="1200" b="1">
                <a:solidFill>
                  <a:srgbClr val="FFB454"/>
                </a:solidFill>
                <a:latin typeface="Arial"/>
                <a:ea typeface="Arial"/>
                <a:cs typeface="Arial"/>
              </a:defRPr>
            </a:lvl8pPr>
            <a:lvl9pPr algn="l">
              <a:defRPr sz="1200" b="1">
                <a:solidFill>
                  <a:srgbClr val="FFB454"/>
                </a:solidFill>
                <a:latin typeface="Arial"/>
                <a:ea typeface="Arial"/>
                <a:cs typeface="Arial"/>
              </a:defRPr>
            </a:lvl9pPr>
          </a:lstStyle>
          <a:p xmlns:a="http://schemas.openxmlformats.org/drawingml/2006/main">
            <a:pPr algn="l">
              <a:defRPr sz="1200" b="1">
                <a:solidFill>
                  <a:srgbClr val="FFB454"/>
                </a:solidFill>
                <a:latin typeface="Arial"/>
                <a:ea typeface="Arial"/>
                <a:cs typeface="Arial"/>
              </a:defRPr>
            </a:pPr>
            <a:r>
              <a:rPr sz="1200" b="1">
                <a:solidFill>
                  <a:srgbClr val="FFB454"/>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D02A7FE4-243D-4E0A-9331-6208D9B981F5}"/>
              </a:ext>
            </a:extLst>
          </p:cNvPr>
          <p:cNvSpPr>
            <a:spLocks xmlns:a="http://schemas.openxmlformats.org/drawingml/2006/main" noGrp="1"/>
          </p:cNvSpPr>
          <p:nvPr/>
        </p:nvSpPr>
        <p:spPr>
          <a:xfrm xmlns:a="http://schemas.openxmlformats.org/drawingml/2006/main">
            <a:off x="609600" y="2457450"/>
            <a:ext cx="1638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FACE IMAGE</a:t>
            </a:r>
          </a:p>
        </p:txBody>
      </p:sp>
      <p:sp>
        <p:nvSpPr>
          <p:cNvPr id="9" name="">
            <a:extLst xmlns:a="http://schemas.openxmlformats.org/drawingml/2006/main">
              <a:ext uri="{FF2B5EF4-FFF2-40B4-BE49-F238E27FC236}">
                <a16:creationId xmlns:a16="http://schemas.microsoft.com/office/drawing/2014/main" id="{B661591F-F64A-45A2-973D-A40DF77E10B6}"/>
              </a:ext>
            </a:extLst>
          </p:cNvPr>
          <p:cNvSpPr>
            <a:spLocks xmlns:a="http://schemas.openxmlformats.org/drawingml/2006/main" noGrp="1"/>
          </p:cNvSpPr>
          <p:nvPr/>
        </p:nvSpPr>
        <p:spPr>
          <a:xfrm xmlns:a="http://schemas.openxmlformats.org/drawingml/2006/main">
            <a:off x="609600" y="2857500"/>
            <a:ext cx="1638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F3F5F6"/>
                </a:solidFill>
                <a:latin typeface="Arial"/>
                <a:ea typeface="Arial"/>
                <a:cs typeface="Arial"/>
              </a:defRPr>
            </a:defPPr>
            <a:lvl1pPr algn="l">
              <a:defRPr sz="1050" b="0">
                <a:solidFill>
                  <a:srgbClr val="F3F5F6"/>
                </a:solidFill>
                <a:latin typeface="Arial"/>
                <a:ea typeface="Arial"/>
                <a:cs typeface="Arial"/>
              </a:defRPr>
            </a:lvl1pPr>
            <a:lvl2pPr algn="l">
              <a:defRPr sz="1050" b="0">
                <a:solidFill>
                  <a:srgbClr val="F3F5F6"/>
                </a:solidFill>
                <a:latin typeface="Arial"/>
                <a:ea typeface="Arial"/>
                <a:cs typeface="Arial"/>
              </a:defRPr>
            </a:lvl2pPr>
            <a:lvl3pPr algn="l">
              <a:defRPr sz="1050" b="0">
                <a:solidFill>
                  <a:srgbClr val="F3F5F6"/>
                </a:solidFill>
                <a:latin typeface="Arial"/>
                <a:ea typeface="Arial"/>
                <a:cs typeface="Arial"/>
              </a:defRPr>
            </a:lvl3pPr>
            <a:lvl4pPr algn="l">
              <a:defRPr sz="1050" b="0">
                <a:solidFill>
                  <a:srgbClr val="F3F5F6"/>
                </a:solidFill>
                <a:latin typeface="Arial"/>
                <a:ea typeface="Arial"/>
                <a:cs typeface="Arial"/>
              </a:defRPr>
            </a:lvl4pPr>
            <a:lvl5pPr algn="l">
              <a:defRPr sz="1050" b="0">
                <a:solidFill>
                  <a:srgbClr val="F3F5F6"/>
                </a:solidFill>
                <a:latin typeface="Arial"/>
                <a:ea typeface="Arial"/>
                <a:cs typeface="Arial"/>
              </a:defRPr>
            </a:lvl5pPr>
            <a:lvl6pPr algn="l">
              <a:defRPr sz="1050" b="0">
                <a:solidFill>
                  <a:srgbClr val="F3F5F6"/>
                </a:solidFill>
                <a:latin typeface="Arial"/>
                <a:ea typeface="Arial"/>
                <a:cs typeface="Arial"/>
              </a:defRPr>
            </a:lvl6pPr>
            <a:lvl7pPr algn="l">
              <a:defRPr sz="1050" b="0">
                <a:solidFill>
                  <a:srgbClr val="F3F5F6"/>
                </a:solidFill>
                <a:latin typeface="Arial"/>
                <a:ea typeface="Arial"/>
                <a:cs typeface="Arial"/>
              </a:defRPr>
            </a:lvl7pPr>
            <a:lvl8pPr algn="l">
              <a:defRPr sz="1050" b="0">
                <a:solidFill>
                  <a:srgbClr val="F3F5F6"/>
                </a:solidFill>
                <a:latin typeface="Arial"/>
                <a:ea typeface="Arial"/>
                <a:cs typeface="Arial"/>
              </a:defRPr>
            </a:lvl8pPr>
            <a:lvl9pPr algn="l">
              <a:defRPr sz="1050" b="0">
                <a:solidFill>
                  <a:srgbClr val="F3F5F6"/>
                </a:solidFill>
                <a:latin typeface="Arial"/>
                <a:ea typeface="Arial"/>
                <a:cs typeface="Arial"/>
              </a:defRPr>
            </a:lvl9pPr>
          </a:lstStyle>
          <a:p xmlns:a="http://schemas.openxmlformats.org/drawingml/2006/main">
            <a:pPr algn="l">
              <a:defRPr sz="1050" b="0">
                <a:solidFill>
                  <a:srgbClr val="F3F5F6"/>
                </a:solidFill>
                <a:latin typeface="Arial"/>
                <a:ea typeface="Arial"/>
                <a:cs typeface="Arial"/>
              </a:defRPr>
            </a:pPr>
            <a:r>
              <a:rPr sz="1050" b="0">
                <a:solidFill>
                  <a:srgbClr val="F3F5F6"/>
                </a:solidFill>
                <a:latin typeface="Arial"/>
                <a:ea typeface="Arial"/>
                <a:cs typeface="Arial"/>
              </a:rPr>
              <a:t>JPEG / PNG / WebP</a:t>
            </a:r>
          </a:p>
        </p:txBody>
      </p:sp>
      <p:sp>
        <p:nvSpPr>
          <p:cNvPr id="10" name="">
            <a:extLst xmlns:a="http://schemas.openxmlformats.org/drawingml/2006/main">
              <a:ext uri="{FF2B5EF4-FFF2-40B4-BE49-F238E27FC236}">
                <a16:creationId xmlns:a16="http://schemas.microsoft.com/office/drawing/2014/main" id="{05B176F8-4DD9-4373-A911-9B252299E66F}"/>
              </a:ext>
            </a:extLst>
          </p:cNvPr>
          <p:cNvSpPr>
            <a:spLocks xmlns:a="http://schemas.openxmlformats.org/drawingml/2006/main" noGrp="1"/>
          </p:cNvSpPr>
          <p:nvPr/>
        </p:nvSpPr>
        <p:spPr>
          <a:xfrm xmlns:a="http://schemas.openxmlformats.org/drawingml/2006/main">
            <a:off x="2428875" y="2476500"/>
            <a:ext cx="323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FFB454"/>
                </a:solidFill>
                <a:latin typeface="Arial"/>
                <a:ea typeface="Arial"/>
                <a:cs typeface="Arial"/>
              </a:defRPr>
            </a:defPPr>
            <a:lvl1pPr algn="ctr">
              <a:defRPr sz="1800" b="1">
                <a:solidFill>
                  <a:srgbClr val="FFB454"/>
                </a:solidFill>
                <a:latin typeface="Arial"/>
                <a:ea typeface="Arial"/>
                <a:cs typeface="Arial"/>
              </a:defRPr>
            </a:lvl1pPr>
            <a:lvl2pPr algn="ctr">
              <a:defRPr sz="1800" b="1">
                <a:solidFill>
                  <a:srgbClr val="FFB454"/>
                </a:solidFill>
                <a:latin typeface="Arial"/>
                <a:ea typeface="Arial"/>
                <a:cs typeface="Arial"/>
              </a:defRPr>
            </a:lvl2pPr>
            <a:lvl3pPr algn="ctr">
              <a:defRPr sz="1800" b="1">
                <a:solidFill>
                  <a:srgbClr val="FFB454"/>
                </a:solidFill>
                <a:latin typeface="Arial"/>
                <a:ea typeface="Arial"/>
                <a:cs typeface="Arial"/>
              </a:defRPr>
            </a:lvl3pPr>
            <a:lvl4pPr algn="ctr">
              <a:defRPr sz="1800" b="1">
                <a:solidFill>
                  <a:srgbClr val="FFB454"/>
                </a:solidFill>
                <a:latin typeface="Arial"/>
                <a:ea typeface="Arial"/>
                <a:cs typeface="Arial"/>
              </a:defRPr>
            </a:lvl4pPr>
            <a:lvl5pPr algn="ctr">
              <a:defRPr sz="1800" b="1">
                <a:solidFill>
                  <a:srgbClr val="FFB454"/>
                </a:solidFill>
                <a:latin typeface="Arial"/>
                <a:ea typeface="Arial"/>
                <a:cs typeface="Arial"/>
              </a:defRPr>
            </a:lvl5pPr>
            <a:lvl6pPr algn="ctr">
              <a:defRPr sz="1800" b="1">
                <a:solidFill>
                  <a:srgbClr val="FFB454"/>
                </a:solidFill>
                <a:latin typeface="Arial"/>
                <a:ea typeface="Arial"/>
                <a:cs typeface="Arial"/>
              </a:defRPr>
            </a:lvl6pPr>
            <a:lvl7pPr algn="ctr">
              <a:defRPr sz="1800" b="1">
                <a:solidFill>
                  <a:srgbClr val="FFB454"/>
                </a:solidFill>
                <a:latin typeface="Arial"/>
                <a:ea typeface="Arial"/>
                <a:cs typeface="Arial"/>
              </a:defRPr>
            </a:lvl7pPr>
            <a:lvl8pPr algn="ctr">
              <a:defRPr sz="1800" b="1">
                <a:solidFill>
                  <a:srgbClr val="FFB454"/>
                </a:solidFill>
                <a:latin typeface="Arial"/>
                <a:ea typeface="Arial"/>
                <a:cs typeface="Arial"/>
              </a:defRPr>
            </a:lvl8pPr>
            <a:lvl9pPr algn="ctr">
              <a:defRPr sz="1800" b="1">
                <a:solidFill>
                  <a:srgbClr val="FFB454"/>
                </a:solidFill>
                <a:latin typeface="Arial"/>
                <a:ea typeface="Arial"/>
                <a:cs typeface="Arial"/>
              </a:defRPr>
            </a:lvl9pPr>
          </a:lstStyle>
          <a:p xmlns:a="http://schemas.openxmlformats.org/drawingml/2006/main">
            <a:pPr algn="ctr">
              <a:defRPr sz="1800" b="1">
                <a:solidFill>
                  <a:srgbClr val="FFB454"/>
                </a:solidFill>
                <a:latin typeface="Arial"/>
                <a:ea typeface="Arial"/>
                <a:cs typeface="Arial"/>
              </a:defRPr>
            </a:pPr>
            <a:r>
              <a:rPr sz="1800" b="1">
                <a:solidFill>
                  <a:srgbClr val="FFB454"/>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4FD0209A-3F27-4AC4-95A5-A7D547FCB935}"/>
              </a:ext>
            </a:extLst>
          </p:cNvPr>
          <p:cNvSpPr>
            <a:spLocks xmlns:a="http://schemas.openxmlformats.org/drawingml/2006/main" noGrp="1"/>
          </p:cNvSpPr>
          <p:nvPr/>
        </p:nvSpPr>
        <p:spPr>
          <a:xfrm xmlns:a="http://schemas.openxmlformats.org/drawingml/2006/main">
            <a:off x="2790825" y="1952625"/>
            <a:ext cx="1924050" cy="1524000"/>
          </a:xfrm>
          <a:prstGeom xmlns:a="http://schemas.openxmlformats.org/drawingml/2006/main" prst="roundRect">
            <a:avLst>
              <a:gd name="adj" fmla="val 5000"/>
            </a:avLst>
          </a:prstGeom>
          <a:solidFill xmlns:a="http://schemas.openxmlformats.org/drawingml/2006/main">
            <a:srgbClr val="223440"/>
          </a:solidFill>
          <a:ln xmlns:a="http://schemas.openxmlformats.org/drawingml/2006/main" w="9525">
            <a:solidFill>
              <a:srgbClr val="40515B"/>
            </a:solidFill>
            <a:prstDash val="solid"/>
          </a:ln>
        </p:spPr>
      </p:sp>
      <p:sp>
        <p:nvSpPr>
          <p:cNvPr id="12" name="">
            <a:extLst xmlns:a="http://schemas.openxmlformats.org/drawingml/2006/main">
              <a:ext uri="{FF2B5EF4-FFF2-40B4-BE49-F238E27FC236}">
                <a16:creationId xmlns:a16="http://schemas.microsoft.com/office/drawing/2014/main" id="{7EF1EC37-55F8-4168-A9E0-C3F36FB09B34}"/>
              </a:ext>
            </a:extLst>
          </p:cNvPr>
          <p:cNvSpPr>
            <a:spLocks xmlns:a="http://schemas.openxmlformats.org/drawingml/2006/main" noGrp="1"/>
          </p:cNvSpPr>
          <p:nvPr/>
        </p:nvSpPr>
        <p:spPr>
          <a:xfrm xmlns:a="http://schemas.openxmlformats.org/drawingml/2006/main">
            <a:off x="2943225" y="20955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FB454"/>
                </a:solidFill>
                <a:latin typeface="Arial"/>
                <a:ea typeface="Arial"/>
                <a:cs typeface="Arial"/>
              </a:defRPr>
            </a:defPPr>
            <a:lvl1pPr algn="l">
              <a:defRPr sz="1200" b="1">
                <a:solidFill>
                  <a:srgbClr val="FFB454"/>
                </a:solidFill>
                <a:latin typeface="Arial"/>
                <a:ea typeface="Arial"/>
                <a:cs typeface="Arial"/>
              </a:defRPr>
            </a:lvl1pPr>
            <a:lvl2pPr algn="l">
              <a:defRPr sz="1200" b="1">
                <a:solidFill>
                  <a:srgbClr val="FFB454"/>
                </a:solidFill>
                <a:latin typeface="Arial"/>
                <a:ea typeface="Arial"/>
                <a:cs typeface="Arial"/>
              </a:defRPr>
            </a:lvl2pPr>
            <a:lvl3pPr algn="l">
              <a:defRPr sz="1200" b="1">
                <a:solidFill>
                  <a:srgbClr val="FFB454"/>
                </a:solidFill>
                <a:latin typeface="Arial"/>
                <a:ea typeface="Arial"/>
                <a:cs typeface="Arial"/>
              </a:defRPr>
            </a:lvl3pPr>
            <a:lvl4pPr algn="l">
              <a:defRPr sz="1200" b="1">
                <a:solidFill>
                  <a:srgbClr val="FFB454"/>
                </a:solidFill>
                <a:latin typeface="Arial"/>
                <a:ea typeface="Arial"/>
                <a:cs typeface="Arial"/>
              </a:defRPr>
            </a:lvl4pPr>
            <a:lvl5pPr algn="l">
              <a:defRPr sz="1200" b="1">
                <a:solidFill>
                  <a:srgbClr val="FFB454"/>
                </a:solidFill>
                <a:latin typeface="Arial"/>
                <a:ea typeface="Arial"/>
                <a:cs typeface="Arial"/>
              </a:defRPr>
            </a:lvl5pPr>
            <a:lvl6pPr algn="l">
              <a:defRPr sz="1200" b="1">
                <a:solidFill>
                  <a:srgbClr val="FFB454"/>
                </a:solidFill>
                <a:latin typeface="Arial"/>
                <a:ea typeface="Arial"/>
                <a:cs typeface="Arial"/>
              </a:defRPr>
            </a:lvl6pPr>
            <a:lvl7pPr algn="l">
              <a:defRPr sz="1200" b="1">
                <a:solidFill>
                  <a:srgbClr val="FFB454"/>
                </a:solidFill>
                <a:latin typeface="Arial"/>
                <a:ea typeface="Arial"/>
                <a:cs typeface="Arial"/>
              </a:defRPr>
            </a:lvl7pPr>
            <a:lvl8pPr algn="l">
              <a:defRPr sz="1200" b="1">
                <a:solidFill>
                  <a:srgbClr val="FFB454"/>
                </a:solidFill>
                <a:latin typeface="Arial"/>
                <a:ea typeface="Arial"/>
                <a:cs typeface="Arial"/>
              </a:defRPr>
            </a:lvl8pPr>
            <a:lvl9pPr algn="l">
              <a:defRPr sz="1200" b="1">
                <a:solidFill>
                  <a:srgbClr val="FFB454"/>
                </a:solidFill>
                <a:latin typeface="Arial"/>
                <a:ea typeface="Arial"/>
                <a:cs typeface="Arial"/>
              </a:defRPr>
            </a:lvl9pPr>
          </a:lstStyle>
          <a:p xmlns:a="http://schemas.openxmlformats.org/drawingml/2006/main">
            <a:pPr algn="l">
              <a:defRPr sz="1200" b="1">
                <a:solidFill>
                  <a:srgbClr val="FFB454"/>
                </a:solidFill>
                <a:latin typeface="Arial"/>
                <a:ea typeface="Arial"/>
                <a:cs typeface="Arial"/>
              </a:defRPr>
            </a:pPr>
            <a:r>
              <a:rPr sz="1200" b="1">
                <a:solidFill>
                  <a:srgbClr val="FFB454"/>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287E262-9A2E-40C4-A8E9-656E8A1079E2}"/>
              </a:ext>
            </a:extLst>
          </p:cNvPr>
          <p:cNvSpPr>
            <a:spLocks xmlns:a="http://schemas.openxmlformats.org/drawingml/2006/main" noGrp="1"/>
          </p:cNvSpPr>
          <p:nvPr/>
        </p:nvSpPr>
        <p:spPr>
          <a:xfrm xmlns:a="http://schemas.openxmlformats.org/drawingml/2006/main">
            <a:off x="2943225" y="2457450"/>
            <a:ext cx="1638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PREPROCESS</a:t>
            </a:r>
          </a:p>
        </p:txBody>
      </p:sp>
      <p:sp>
        <p:nvSpPr>
          <p:cNvPr id="14" name="">
            <a:extLst xmlns:a="http://schemas.openxmlformats.org/drawingml/2006/main">
              <a:ext uri="{FF2B5EF4-FFF2-40B4-BE49-F238E27FC236}">
                <a16:creationId xmlns:a16="http://schemas.microsoft.com/office/drawing/2014/main" id="{D9183C9A-0AE7-497E-BA88-FC5CDC558D4D}"/>
              </a:ext>
            </a:extLst>
          </p:cNvPr>
          <p:cNvSpPr>
            <a:spLocks xmlns:a="http://schemas.openxmlformats.org/drawingml/2006/main" noGrp="1"/>
          </p:cNvSpPr>
          <p:nvPr/>
        </p:nvSpPr>
        <p:spPr>
          <a:xfrm xmlns:a="http://schemas.openxmlformats.org/drawingml/2006/main">
            <a:off x="2943225" y="2857500"/>
            <a:ext cx="1638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F3F5F6"/>
                </a:solidFill>
                <a:latin typeface="Arial"/>
                <a:ea typeface="Arial"/>
                <a:cs typeface="Arial"/>
              </a:defRPr>
            </a:defPPr>
            <a:lvl1pPr algn="l">
              <a:defRPr sz="1050" b="0">
                <a:solidFill>
                  <a:srgbClr val="F3F5F6"/>
                </a:solidFill>
                <a:latin typeface="Arial"/>
                <a:ea typeface="Arial"/>
                <a:cs typeface="Arial"/>
              </a:defRPr>
            </a:lvl1pPr>
            <a:lvl2pPr algn="l">
              <a:defRPr sz="1050" b="0">
                <a:solidFill>
                  <a:srgbClr val="F3F5F6"/>
                </a:solidFill>
                <a:latin typeface="Arial"/>
                <a:ea typeface="Arial"/>
                <a:cs typeface="Arial"/>
              </a:defRPr>
            </a:lvl2pPr>
            <a:lvl3pPr algn="l">
              <a:defRPr sz="1050" b="0">
                <a:solidFill>
                  <a:srgbClr val="F3F5F6"/>
                </a:solidFill>
                <a:latin typeface="Arial"/>
                <a:ea typeface="Arial"/>
                <a:cs typeface="Arial"/>
              </a:defRPr>
            </a:lvl3pPr>
            <a:lvl4pPr algn="l">
              <a:defRPr sz="1050" b="0">
                <a:solidFill>
                  <a:srgbClr val="F3F5F6"/>
                </a:solidFill>
                <a:latin typeface="Arial"/>
                <a:ea typeface="Arial"/>
                <a:cs typeface="Arial"/>
              </a:defRPr>
            </a:lvl4pPr>
            <a:lvl5pPr algn="l">
              <a:defRPr sz="1050" b="0">
                <a:solidFill>
                  <a:srgbClr val="F3F5F6"/>
                </a:solidFill>
                <a:latin typeface="Arial"/>
                <a:ea typeface="Arial"/>
                <a:cs typeface="Arial"/>
              </a:defRPr>
            </a:lvl5pPr>
            <a:lvl6pPr algn="l">
              <a:defRPr sz="1050" b="0">
                <a:solidFill>
                  <a:srgbClr val="F3F5F6"/>
                </a:solidFill>
                <a:latin typeface="Arial"/>
                <a:ea typeface="Arial"/>
                <a:cs typeface="Arial"/>
              </a:defRPr>
            </a:lvl6pPr>
            <a:lvl7pPr algn="l">
              <a:defRPr sz="1050" b="0">
                <a:solidFill>
                  <a:srgbClr val="F3F5F6"/>
                </a:solidFill>
                <a:latin typeface="Arial"/>
                <a:ea typeface="Arial"/>
                <a:cs typeface="Arial"/>
              </a:defRPr>
            </a:lvl7pPr>
            <a:lvl8pPr algn="l">
              <a:defRPr sz="1050" b="0">
                <a:solidFill>
                  <a:srgbClr val="F3F5F6"/>
                </a:solidFill>
                <a:latin typeface="Arial"/>
                <a:ea typeface="Arial"/>
                <a:cs typeface="Arial"/>
              </a:defRPr>
            </a:lvl8pPr>
            <a:lvl9pPr algn="l">
              <a:defRPr sz="1050" b="0">
                <a:solidFill>
                  <a:srgbClr val="F3F5F6"/>
                </a:solidFill>
                <a:latin typeface="Arial"/>
                <a:ea typeface="Arial"/>
                <a:cs typeface="Arial"/>
              </a:defRPr>
            </a:lvl9pPr>
          </a:lstStyle>
          <a:p xmlns:a="http://schemas.openxmlformats.org/drawingml/2006/main">
            <a:pPr algn="l">
              <a:defRPr sz="1050" b="0">
                <a:solidFill>
                  <a:srgbClr val="F3F5F6"/>
                </a:solidFill>
                <a:latin typeface="Arial"/>
                <a:ea typeface="Arial"/>
                <a:cs typeface="Arial"/>
              </a:defRPr>
            </a:pPr>
            <a:r>
              <a:rPr sz="1050" b="0">
                <a:solidFill>
                  <a:srgbClr val="F3F5F6"/>
                </a:solidFill>
                <a:latin typeface="Arial"/>
                <a:ea typeface="Arial"/>
                <a:cs typeface="Arial"/>
              </a:rPr>
              <a:t>RGB · 256 × 256</a:t>
            </a:r>
          </a:p>
          <a:p xmlns:a="http://schemas.openxmlformats.org/drawingml/2006/main">
            <a:pPr algn="l">
              <a:defRPr sz="1050" b="0">
                <a:solidFill>
                  <a:srgbClr val="F3F5F6"/>
                </a:solidFill>
                <a:latin typeface="Arial"/>
                <a:ea typeface="Arial"/>
                <a:cs typeface="Arial"/>
              </a:defRPr>
            </a:pPr>
            <a:r>
              <a:rPr sz="1050" b="0">
                <a:solidFill>
                  <a:srgbClr val="F3F5F6"/>
                </a:solidFill>
                <a:latin typeface="Arial"/>
                <a:ea typeface="Arial"/>
                <a:cs typeface="Arial"/>
              </a:rPr>
              <a:t>ImageNet normalization</a:t>
            </a:r>
          </a:p>
        </p:txBody>
      </p:sp>
      <p:sp>
        <p:nvSpPr>
          <p:cNvPr id="15" name="">
            <a:extLst xmlns:a="http://schemas.openxmlformats.org/drawingml/2006/main">
              <a:ext uri="{FF2B5EF4-FFF2-40B4-BE49-F238E27FC236}">
                <a16:creationId xmlns:a16="http://schemas.microsoft.com/office/drawing/2014/main" id="{1A6759E8-39B5-4B9F-8FD5-6B98295D5DE4}"/>
              </a:ext>
            </a:extLst>
          </p:cNvPr>
          <p:cNvSpPr>
            <a:spLocks xmlns:a="http://schemas.openxmlformats.org/drawingml/2006/main" noGrp="1"/>
          </p:cNvSpPr>
          <p:nvPr/>
        </p:nvSpPr>
        <p:spPr>
          <a:xfrm xmlns:a="http://schemas.openxmlformats.org/drawingml/2006/main">
            <a:off x="4762500" y="2476500"/>
            <a:ext cx="323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FFB454"/>
                </a:solidFill>
                <a:latin typeface="Arial"/>
                <a:ea typeface="Arial"/>
                <a:cs typeface="Arial"/>
              </a:defRPr>
            </a:defPPr>
            <a:lvl1pPr algn="ctr">
              <a:defRPr sz="1800" b="1">
                <a:solidFill>
                  <a:srgbClr val="FFB454"/>
                </a:solidFill>
                <a:latin typeface="Arial"/>
                <a:ea typeface="Arial"/>
                <a:cs typeface="Arial"/>
              </a:defRPr>
            </a:lvl1pPr>
            <a:lvl2pPr algn="ctr">
              <a:defRPr sz="1800" b="1">
                <a:solidFill>
                  <a:srgbClr val="FFB454"/>
                </a:solidFill>
                <a:latin typeface="Arial"/>
                <a:ea typeface="Arial"/>
                <a:cs typeface="Arial"/>
              </a:defRPr>
            </a:lvl2pPr>
            <a:lvl3pPr algn="ctr">
              <a:defRPr sz="1800" b="1">
                <a:solidFill>
                  <a:srgbClr val="FFB454"/>
                </a:solidFill>
                <a:latin typeface="Arial"/>
                <a:ea typeface="Arial"/>
                <a:cs typeface="Arial"/>
              </a:defRPr>
            </a:lvl3pPr>
            <a:lvl4pPr algn="ctr">
              <a:defRPr sz="1800" b="1">
                <a:solidFill>
                  <a:srgbClr val="FFB454"/>
                </a:solidFill>
                <a:latin typeface="Arial"/>
                <a:ea typeface="Arial"/>
                <a:cs typeface="Arial"/>
              </a:defRPr>
            </a:lvl4pPr>
            <a:lvl5pPr algn="ctr">
              <a:defRPr sz="1800" b="1">
                <a:solidFill>
                  <a:srgbClr val="FFB454"/>
                </a:solidFill>
                <a:latin typeface="Arial"/>
                <a:ea typeface="Arial"/>
                <a:cs typeface="Arial"/>
              </a:defRPr>
            </a:lvl5pPr>
            <a:lvl6pPr algn="ctr">
              <a:defRPr sz="1800" b="1">
                <a:solidFill>
                  <a:srgbClr val="FFB454"/>
                </a:solidFill>
                <a:latin typeface="Arial"/>
                <a:ea typeface="Arial"/>
                <a:cs typeface="Arial"/>
              </a:defRPr>
            </a:lvl6pPr>
            <a:lvl7pPr algn="ctr">
              <a:defRPr sz="1800" b="1">
                <a:solidFill>
                  <a:srgbClr val="FFB454"/>
                </a:solidFill>
                <a:latin typeface="Arial"/>
                <a:ea typeface="Arial"/>
                <a:cs typeface="Arial"/>
              </a:defRPr>
            </a:lvl7pPr>
            <a:lvl8pPr algn="ctr">
              <a:defRPr sz="1800" b="1">
                <a:solidFill>
                  <a:srgbClr val="FFB454"/>
                </a:solidFill>
                <a:latin typeface="Arial"/>
                <a:ea typeface="Arial"/>
                <a:cs typeface="Arial"/>
              </a:defRPr>
            </a:lvl8pPr>
            <a:lvl9pPr algn="ctr">
              <a:defRPr sz="1800" b="1">
                <a:solidFill>
                  <a:srgbClr val="FFB454"/>
                </a:solidFill>
                <a:latin typeface="Arial"/>
                <a:ea typeface="Arial"/>
                <a:cs typeface="Arial"/>
              </a:defRPr>
            </a:lvl9pPr>
          </a:lstStyle>
          <a:p xmlns:a="http://schemas.openxmlformats.org/drawingml/2006/main">
            <a:pPr algn="ctr">
              <a:defRPr sz="1800" b="1">
                <a:solidFill>
                  <a:srgbClr val="FFB454"/>
                </a:solidFill>
                <a:latin typeface="Arial"/>
                <a:ea typeface="Arial"/>
                <a:cs typeface="Arial"/>
              </a:defRPr>
            </a:pPr>
            <a:r>
              <a:rPr sz="1800" b="1">
                <a:solidFill>
                  <a:srgbClr val="FFB454"/>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00ED08B9-CA50-41F7-9E8A-5607C08A188E}"/>
              </a:ext>
            </a:extLst>
          </p:cNvPr>
          <p:cNvSpPr>
            <a:spLocks xmlns:a="http://schemas.openxmlformats.org/drawingml/2006/main" noGrp="1"/>
          </p:cNvSpPr>
          <p:nvPr/>
        </p:nvSpPr>
        <p:spPr>
          <a:xfrm xmlns:a="http://schemas.openxmlformats.org/drawingml/2006/main">
            <a:off x="5124450" y="1952625"/>
            <a:ext cx="1924050" cy="1524000"/>
          </a:xfrm>
          <a:prstGeom xmlns:a="http://schemas.openxmlformats.org/drawingml/2006/main" prst="roundRect">
            <a:avLst>
              <a:gd name="adj" fmla="val 5000"/>
            </a:avLst>
          </a:prstGeom>
          <a:solidFill xmlns:a="http://schemas.openxmlformats.org/drawingml/2006/main">
            <a:srgbClr val="223440"/>
          </a:solidFill>
          <a:ln xmlns:a="http://schemas.openxmlformats.org/drawingml/2006/main" w="9525">
            <a:solidFill>
              <a:srgbClr val="40515B"/>
            </a:solidFill>
            <a:prstDash val="solid"/>
          </a:ln>
        </p:spPr>
      </p:sp>
      <p:sp>
        <p:nvSpPr>
          <p:cNvPr id="17" name="">
            <a:extLst xmlns:a="http://schemas.openxmlformats.org/drawingml/2006/main">
              <a:ext uri="{FF2B5EF4-FFF2-40B4-BE49-F238E27FC236}">
                <a16:creationId xmlns:a16="http://schemas.microsoft.com/office/drawing/2014/main" id="{21AFBC7F-1DF9-408B-8EB7-102AFB399DAD}"/>
              </a:ext>
            </a:extLst>
          </p:cNvPr>
          <p:cNvSpPr>
            <a:spLocks xmlns:a="http://schemas.openxmlformats.org/drawingml/2006/main" noGrp="1"/>
          </p:cNvSpPr>
          <p:nvPr/>
        </p:nvSpPr>
        <p:spPr>
          <a:xfrm xmlns:a="http://schemas.openxmlformats.org/drawingml/2006/main">
            <a:off x="5276850" y="20955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FB454"/>
                </a:solidFill>
                <a:latin typeface="Arial"/>
                <a:ea typeface="Arial"/>
                <a:cs typeface="Arial"/>
              </a:defRPr>
            </a:defPPr>
            <a:lvl1pPr algn="l">
              <a:defRPr sz="1200" b="1">
                <a:solidFill>
                  <a:srgbClr val="FFB454"/>
                </a:solidFill>
                <a:latin typeface="Arial"/>
                <a:ea typeface="Arial"/>
                <a:cs typeface="Arial"/>
              </a:defRPr>
            </a:lvl1pPr>
            <a:lvl2pPr algn="l">
              <a:defRPr sz="1200" b="1">
                <a:solidFill>
                  <a:srgbClr val="FFB454"/>
                </a:solidFill>
                <a:latin typeface="Arial"/>
                <a:ea typeface="Arial"/>
                <a:cs typeface="Arial"/>
              </a:defRPr>
            </a:lvl2pPr>
            <a:lvl3pPr algn="l">
              <a:defRPr sz="1200" b="1">
                <a:solidFill>
                  <a:srgbClr val="FFB454"/>
                </a:solidFill>
                <a:latin typeface="Arial"/>
                <a:ea typeface="Arial"/>
                <a:cs typeface="Arial"/>
              </a:defRPr>
            </a:lvl3pPr>
            <a:lvl4pPr algn="l">
              <a:defRPr sz="1200" b="1">
                <a:solidFill>
                  <a:srgbClr val="FFB454"/>
                </a:solidFill>
                <a:latin typeface="Arial"/>
                <a:ea typeface="Arial"/>
                <a:cs typeface="Arial"/>
              </a:defRPr>
            </a:lvl4pPr>
            <a:lvl5pPr algn="l">
              <a:defRPr sz="1200" b="1">
                <a:solidFill>
                  <a:srgbClr val="FFB454"/>
                </a:solidFill>
                <a:latin typeface="Arial"/>
                <a:ea typeface="Arial"/>
                <a:cs typeface="Arial"/>
              </a:defRPr>
            </a:lvl5pPr>
            <a:lvl6pPr algn="l">
              <a:defRPr sz="1200" b="1">
                <a:solidFill>
                  <a:srgbClr val="FFB454"/>
                </a:solidFill>
                <a:latin typeface="Arial"/>
                <a:ea typeface="Arial"/>
                <a:cs typeface="Arial"/>
              </a:defRPr>
            </a:lvl6pPr>
            <a:lvl7pPr algn="l">
              <a:defRPr sz="1200" b="1">
                <a:solidFill>
                  <a:srgbClr val="FFB454"/>
                </a:solidFill>
                <a:latin typeface="Arial"/>
                <a:ea typeface="Arial"/>
                <a:cs typeface="Arial"/>
              </a:defRPr>
            </a:lvl7pPr>
            <a:lvl8pPr algn="l">
              <a:defRPr sz="1200" b="1">
                <a:solidFill>
                  <a:srgbClr val="FFB454"/>
                </a:solidFill>
                <a:latin typeface="Arial"/>
                <a:ea typeface="Arial"/>
                <a:cs typeface="Arial"/>
              </a:defRPr>
            </a:lvl8pPr>
            <a:lvl9pPr algn="l">
              <a:defRPr sz="1200" b="1">
                <a:solidFill>
                  <a:srgbClr val="FFB454"/>
                </a:solidFill>
                <a:latin typeface="Arial"/>
                <a:ea typeface="Arial"/>
                <a:cs typeface="Arial"/>
              </a:defRPr>
            </a:lvl9pPr>
          </a:lstStyle>
          <a:p xmlns:a="http://schemas.openxmlformats.org/drawingml/2006/main">
            <a:pPr algn="l">
              <a:defRPr sz="1200" b="1">
                <a:solidFill>
                  <a:srgbClr val="FFB454"/>
                </a:solidFill>
                <a:latin typeface="Arial"/>
                <a:ea typeface="Arial"/>
                <a:cs typeface="Arial"/>
              </a:defRPr>
            </a:pPr>
            <a:r>
              <a:rPr sz="1200" b="1">
                <a:solidFill>
                  <a:srgbClr val="FFB454"/>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4C53676D-B352-4C94-B7D3-582904DED7E8}"/>
              </a:ext>
            </a:extLst>
          </p:cNvPr>
          <p:cNvSpPr>
            <a:spLocks xmlns:a="http://schemas.openxmlformats.org/drawingml/2006/main" noGrp="1"/>
          </p:cNvSpPr>
          <p:nvPr/>
        </p:nvSpPr>
        <p:spPr>
          <a:xfrm xmlns:a="http://schemas.openxmlformats.org/drawingml/2006/main">
            <a:off x="5276850" y="2457450"/>
            <a:ext cx="1638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EFFICIENTNET-B0</a:t>
            </a:r>
          </a:p>
        </p:txBody>
      </p:sp>
      <p:sp>
        <p:nvSpPr>
          <p:cNvPr id="19" name="">
            <a:extLst xmlns:a="http://schemas.openxmlformats.org/drawingml/2006/main">
              <a:ext uri="{FF2B5EF4-FFF2-40B4-BE49-F238E27FC236}">
                <a16:creationId xmlns:a16="http://schemas.microsoft.com/office/drawing/2014/main" id="{1237CAA8-45BD-45AF-997C-CE4D15B2C58B}"/>
              </a:ext>
            </a:extLst>
          </p:cNvPr>
          <p:cNvSpPr>
            <a:spLocks xmlns:a="http://schemas.openxmlformats.org/drawingml/2006/main" noGrp="1"/>
          </p:cNvSpPr>
          <p:nvPr/>
        </p:nvSpPr>
        <p:spPr>
          <a:xfrm xmlns:a="http://schemas.openxmlformats.org/drawingml/2006/main">
            <a:off x="5276850" y="2857500"/>
            <a:ext cx="1638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F3F5F6"/>
                </a:solidFill>
                <a:latin typeface="Arial"/>
                <a:ea typeface="Arial"/>
                <a:cs typeface="Arial"/>
              </a:defRPr>
            </a:defPPr>
            <a:lvl1pPr algn="l">
              <a:defRPr sz="1050" b="0">
                <a:solidFill>
                  <a:srgbClr val="F3F5F6"/>
                </a:solidFill>
                <a:latin typeface="Arial"/>
                <a:ea typeface="Arial"/>
                <a:cs typeface="Arial"/>
              </a:defRPr>
            </a:lvl1pPr>
            <a:lvl2pPr algn="l">
              <a:defRPr sz="1050" b="0">
                <a:solidFill>
                  <a:srgbClr val="F3F5F6"/>
                </a:solidFill>
                <a:latin typeface="Arial"/>
                <a:ea typeface="Arial"/>
                <a:cs typeface="Arial"/>
              </a:defRPr>
            </a:lvl2pPr>
            <a:lvl3pPr algn="l">
              <a:defRPr sz="1050" b="0">
                <a:solidFill>
                  <a:srgbClr val="F3F5F6"/>
                </a:solidFill>
                <a:latin typeface="Arial"/>
                <a:ea typeface="Arial"/>
                <a:cs typeface="Arial"/>
              </a:defRPr>
            </a:lvl3pPr>
            <a:lvl4pPr algn="l">
              <a:defRPr sz="1050" b="0">
                <a:solidFill>
                  <a:srgbClr val="F3F5F6"/>
                </a:solidFill>
                <a:latin typeface="Arial"/>
                <a:ea typeface="Arial"/>
                <a:cs typeface="Arial"/>
              </a:defRPr>
            </a:lvl4pPr>
            <a:lvl5pPr algn="l">
              <a:defRPr sz="1050" b="0">
                <a:solidFill>
                  <a:srgbClr val="F3F5F6"/>
                </a:solidFill>
                <a:latin typeface="Arial"/>
                <a:ea typeface="Arial"/>
                <a:cs typeface="Arial"/>
              </a:defRPr>
            </a:lvl5pPr>
            <a:lvl6pPr algn="l">
              <a:defRPr sz="1050" b="0">
                <a:solidFill>
                  <a:srgbClr val="F3F5F6"/>
                </a:solidFill>
                <a:latin typeface="Arial"/>
                <a:ea typeface="Arial"/>
                <a:cs typeface="Arial"/>
              </a:defRPr>
            </a:lvl6pPr>
            <a:lvl7pPr algn="l">
              <a:defRPr sz="1050" b="0">
                <a:solidFill>
                  <a:srgbClr val="F3F5F6"/>
                </a:solidFill>
                <a:latin typeface="Arial"/>
                <a:ea typeface="Arial"/>
                <a:cs typeface="Arial"/>
              </a:defRPr>
            </a:lvl7pPr>
            <a:lvl8pPr algn="l">
              <a:defRPr sz="1050" b="0">
                <a:solidFill>
                  <a:srgbClr val="F3F5F6"/>
                </a:solidFill>
                <a:latin typeface="Arial"/>
                <a:ea typeface="Arial"/>
                <a:cs typeface="Arial"/>
              </a:defRPr>
            </a:lvl8pPr>
            <a:lvl9pPr algn="l">
              <a:defRPr sz="1050" b="0">
                <a:solidFill>
                  <a:srgbClr val="F3F5F6"/>
                </a:solidFill>
                <a:latin typeface="Arial"/>
                <a:ea typeface="Arial"/>
                <a:cs typeface="Arial"/>
              </a:defRPr>
            </a:lvl9pPr>
          </a:lstStyle>
          <a:p xmlns:a="http://schemas.openxmlformats.org/drawingml/2006/main">
            <a:pPr algn="l">
              <a:defRPr sz="1050" b="0">
                <a:solidFill>
                  <a:srgbClr val="F3F5F6"/>
                </a:solidFill>
                <a:latin typeface="Arial"/>
                <a:ea typeface="Arial"/>
                <a:cs typeface="Arial"/>
              </a:defRPr>
            </a:pPr>
            <a:r>
              <a:rPr sz="1050" b="0">
                <a:solidFill>
                  <a:srgbClr val="F3F5F6"/>
                </a:solidFill>
                <a:latin typeface="Arial"/>
                <a:ea typeface="Arial"/>
                <a:cs typeface="Arial"/>
              </a:rPr>
              <a:t>Pretrained CNN</a:t>
            </a:r>
          </a:p>
          <a:p xmlns:a="http://schemas.openxmlformats.org/drawingml/2006/main">
            <a:pPr algn="l">
              <a:defRPr sz="1050" b="0">
                <a:solidFill>
                  <a:srgbClr val="F3F5F6"/>
                </a:solidFill>
                <a:latin typeface="Arial"/>
                <a:ea typeface="Arial"/>
                <a:cs typeface="Arial"/>
              </a:defRPr>
            </a:pPr>
            <a:r>
              <a:rPr sz="1050" b="0">
                <a:solidFill>
                  <a:srgbClr val="F3F5F6"/>
                </a:solidFill>
                <a:latin typeface="Arial"/>
                <a:ea typeface="Arial"/>
                <a:cs typeface="Arial"/>
              </a:rPr>
              <a:t>feature extractor</a:t>
            </a:r>
          </a:p>
        </p:txBody>
      </p:sp>
      <p:sp>
        <p:nvSpPr>
          <p:cNvPr id="20" name="">
            <a:extLst xmlns:a="http://schemas.openxmlformats.org/drawingml/2006/main">
              <a:ext uri="{FF2B5EF4-FFF2-40B4-BE49-F238E27FC236}">
                <a16:creationId xmlns:a16="http://schemas.microsoft.com/office/drawing/2014/main" id="{36B50BD4-0FF8-4B55-A4E9-C0623B419069}"/>
              </a:ext>
            </a:extLst>
          </p:cNvPr>
          <p:cNvSpPr>
            <a:spLocks xmlns:a="http://schemas.openxmlformats.org/drawingml/2006/main" noGrp="1"/>
          </p:cNvSpPr>
          <p:nvPr/>
        </p:nvSpPr>
        <p:spPr>
          <a:xfrm xmlns:a="http://schemas.openxmlformats.org/drawingml/2006/main">
            <a:off x="7096125" y="2476500"/>
            <a:ext cx="323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FFB454"/>
                </a:solidFill>
                <a:latin typeface="Arial"/>
                <a:ea typeface="Arial"/>
                <a:cs typeface="Arial"/>
              </a:defRPr>
            </a:defPPr>
            <a:lvl1pPr algn="ctr">
              <a:defRPr sz="1800" b="1">
                <a:solidFill>
                  <a:srgbClr val="FFB454"/>
                </a:solidFill>
                <a:latin typeface="Arial"/>
                <a:ea typeface="Arial"/>
                <a:cs typeface="Arial"/>
              </a:defRPr>
            </a:lvl1pPr>
            <a:lvl2pPr algn="ctr">
              <a:defRPr sz="1800" b="1">
                <a:solidFill>
                  <a:srgbClr val="FFB454"/>
                </a:solidFill>
                <a:latin typeface="Arial"/>
                <a:ea typeface="Arial"/>
                <a:cs typeface="Arial"/>
              </a:defRPr>
            </a:lvl2pPr>
            <a:lvl3pPr algn="ctr">
              <a:defRPr sz="1800" b="1">
                <a:solidFill>
                  <a:srgbClr val="FFB454"/>
                </a:solidFill>
                <a:latin typeface="Arial"/>
                <a:ea typeface="Arial"/>
                <a:cs typeface="Arial"/>
              </a:defRPr>
            </a:lvl3pPr>
            <a:lvl4pPr algn="ctr">
              <a:defRPr sz="1800" b="1">
                <a:solidFill>
                  <a:srgbClr val="FFB454"/>
                </a:solidFill>
                <a:latin typeface="Arial"/>
                <a:ea typeface="Arial"/>
                <a:cs typeface="Arial"/>
              </a:defRPr>
            </a:lvl4pPr>
            <a:lvl5pPr algn="ctr">
              <a:defRPr sz="1800" b="1">
                <a:solidFill>
                  <a:srgbClr val="FFB454"/>
                </a:solidFill>
                <a:latin typeface="Arial"/>
                <a:ea typeface="Arial"/>
                <a:cs typeface="Arial"/>
              </a:defRPr>
            </a:lvl5pPr>
            <a:lvl6pPr algn="ctr">
              <a:defRPr sz="1800" b="1">
                <a:solidFill>
                  <a:srgbClr val="FFB454"/>
                </a:solidFill>
                <a:latin typeface="Arial"/>
                <a:ea typeface="Arial"/>
                <a:cs typeface="Arial"/>
              </a:defRPr>
            </a:lvl6pPr>
            <a:lvl7pPr algn="ctr">
              <a:defRPr sz="1800" b="1">
                <a:solidFill>
                  <a:srgbClr val="FFB454"/>
                </a:solidFill>
                <a:latin typeface="Arial"/>
                <a:ea typeface="Arial"/>
                <a:cs typeface="Arial"/>
              </a:defRPr>
            </a:lvl7pPr>
            <a:lvl8pPr algn="ctr">
              <a:defRPr sz="1800" b="1">
                <a:solidFill>
                  <a:srgbClr val="FFB454"/>
                </a:solidFill>
                <a:latin typeface="Arial"/>
                <a:ea typeface="Arial"/>
                <a:cs typeface="Arial"/>
              </a:defRPr>
            </a:lvl8pPr>
            <a:lvl9pPr algn="ctr">
              <a:defRPr sz="1800" b="1">
                <a:solidFill>
                  <a:srgbClr val="FFB454"/>
                </a:solidFill>
                <a:latin typeface="Arial"/>
                <a:ea typeface="Arial"/>
                <a:cs typeface="Arial"/>
              </a:defRPr>
            </a:lvl9pPr>
          </a:lstStyle>
          <a:p xmlns:a="http://schemas.openxmlformats.org/drawingml/2006/main">
            <a:pPr algn="ctr">
              <a:defRPr sz="1800" b="1">
                <a:solidFill>
                  <a:srgbClr val="FFB454"/>
                </a:solidFill>
                <a:latin typeface="Arial"/>
                <a:ea typeface="Arial"/>
                <a:cs typeface="Arial"/>
              </a:defRPr>
            </a:pPr>
            <a:r>
              <a:rPr sz="1800" b="1">
                <a:solidFill>
                  <a:srgbClr val="FFB454"/>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92CABD39-62B4-4D06-A868-6BEF7C7738F8}"/>
              </a:ext>
            </a:extLst>
          </p:cNvPr>
          <p:cNvSpPr>
            <a:spLocks xmlns:a="http://schemas.openxmlformats.org/drawingml/2006/main" noGrp="1"/>
          </p:cNvSpPr>
          <p:nvPr/>
        </p:nvSpPr>
        <p:spPr>
          <a:xfrm xmlns:a="http://schemas.openxmlformats.org/drawingml/2006/main">
            <a:off x="7458075" y="1952625"/>
            <a:ext cx="1924050" cy="1524000"/>
          </a:xfrm>
          <a:prstGeom xmlns:a="http://schemas.openxmlformats.org/drawingml/2006/main" prst="roundRect">
            <a:avLst>
              <a:gd name="adj" fmla="val 5000"/>
            </a:avLst>
          </a:prstGeom>
          <a:solidFill xmlns:a="http://schemas.openxmlformats.org/drawingml/2006/main">
            <a:srgbClr val="223440"/>
          </a:solidFill>
          <a:ln xmlns:a="http://schemas.openxmlformats.org/drawingml/2006/main" w="9525">
            <a:solidFill>
              <a:srgbClr val="40515B"/>
            </a:solidFill>
            <a:prstDash val="solid"/>
          </a:ln>
        </p:spPr>
      </p:sp>
      <p:sp>
        <p:nvSpPr>
          <p:cNvPr id="22" name="">
            <a:extLst xmlns:a="http://schemas.openxmlformats.org/drawingml/2006/main">
              <a:ext uri="{FF2B5EF4-FFF2-40B4-BE49-F238E27FC236}">
                <a16:creationId xmlns:a16="http://schemas.microsoft.com/office/drawing/2014/main" id="{2EDE63C6-CFA3-43FE-B785-E60293D3DD3C}"/>
              </a:ext>
            </a:extLst>
          </p:cNvPr>
          <p:cNvSpPr>
            <a:spLocks xmlns:a="http://schemas.openxmlformats.org/drawingml/2006/main" noGrp="1"/>
          </p:cNvSpPr>
          <p:nvPr/>
        </p:nvSpPr>
        <p:spPr>
          <a:xfrm xmlns:a="http://schemas.openxmlformats.org/drawingml/2006/main">
            <a:off x="7610475" y="20955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FB454"/>
                </a:solidFill>
                <a:latin typeface="Arial"/>
                <a:ea typeface="Arial"/>
                <a:cs typeface="Arial"/>
              </a:defRPr>
            </a:defPPr>
            <a:lvl1pPr algn="l">
              <a:defRPr sz="1200" b="1">
                <a:solidFill>
                  <a:srgbClr val="FFB454"/>
                </a:solidFill>
                <a:latin typeface="Arial"/>
                <a:ea typeface="Arial"/>
                <a:cs typeface="Arial"/>
              </a:defRPr>
            </a:lvl1pPr>
            <a:lvl2pPr algn="l">
              <a:defRPr sz="1200" b="1">
                <a:solidFill>
                  <a:srgbClr val="FFB454"/>
                </a:solidFill>
                <a:latin typeface="Arial"/>
                <a:ea typeface="Arial"/>
                <a:cs typeface="Arial"/>
              </a:defRPr>
            </a:lvl2pPr>
            <a:lvl3pPr algn="l">
              <a:defRPr sz="1200" b="1">
                <a:solidFill>
                  <a:srgbClr val="FFB454"/>
                </a:solidFill>
                <a:latin typeface="Arial"/>
                <a:ea typeface="Arial"/>
                <a:cs typeface="Arial"/>
              </a:defRPr>
            </a:lvl3pPr>
            <a:lvl4pPr algn="l">
              <a:defRPr sz="1200" b="1">
                <a:solidFill>
                  <a:srgbClr val="FFB454"/>
                </a:solidFill>
                <a:latin typeface="Arial"/>
                <a:ea typeface="Arial"/>
                <a:cs typeface="Arial"/>
              </a:defRPr>
            </a:lvl4pPr>
            <a:lvl5pPr algn="l">
              <a:defRPr sz="1200" b="1">
                <a:solidFill>
                  <a:srgbClr val="FFB454"/>
                </a:solidFill>
                <a:latin typeface="Arial"/>
                <a:ea typeface="Arial"/>
                <a:cs typeface="Arial"/>
              </a:defRPr>
            </a:lvl5pPr>
            <a:lvl6pPr algn="l">
              <a:defRPr sz="1200" b="1">
                <a:solidFill>
                  <a:srgbClr val="FFB454"/>
                </a:solidFill>
                <a:latin typeface="Arial"/>
                <a:ea typeface="Arial"/>
                <a:cs typeface="Arial"/>
              </a:defRPr>
            </a:lvl6pPr>
            <a:lvl7pPr algn="l">
              <a:defRPr sz="1200" b="1">
                <a:solidFill>
                  <a:srgbClr val="FFB454"/>
                </a:solidFill>
                <a:latin typeface="Arial"/>
                <a:ea typeface="Arial"/>
                <a:cs typeface="Arial"/>
              </a:defRPr>
            </a:lvl7pPr>
            <a:lvl8pPr algn="l">
              <a:defRPr sz="1200" b="1">
                <a:solidFill>
                  <a:srgbClr val="FFB454"/>
                </a:solidFill>
                <a:latin typeface="Arial"/>
                <a:ea typeface="Arial"/>
                <a:cs typeface="Arial"/>
              </a:defRPr>
            </a:lvl8pPr>
            <a:lvl9pPr algn="l">
              <a:defRPr sz="1200" b="1">
                <a:solidFill>
                  <a:srgbClr val="FFB454"/>
                </a:solidFill>
                <a:latin typeface="Arial"/>
                <a:ea typeface="Arial"/>
                <a:cs typeface="Arial"/>
              </a:defRPr>
            </a:lvl9pPr>
          </a:lstStyle>
          <a:p xmlns:a="http://schemas.openxmlformats.org/drawingml/2006/main">
            <a:pPr algn="l">
              <a:defRPr sz="1200" b="1">
                <a:solidFill>
                  <a:srgbClr val="FFB454"/>
                </a:solidFill>
                <a:latin typeface="Arial"/>
                <a:ea typeface="Arial"/>
                <a:cs typeface="Arial"/>
              </a:defRPr>
            </a:pPr>
            <a:r>
              <a:rPr sz="1200" b="1">
                <a:solidFill>
                  <a:srgbClr val="FFB454"/>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AD5245B3-82F5-4287-8E84-807B0394FC83}"/>
              </a:ext>
            </a:extLst>
          </p:cNvPr>
          <p:cNvSpPr>
            <a:spLocks xmlns:a="http://schemas.openxmlformats.org/drawingml/2006/main" noGrp="1"/>
          </p:cNvSpPr>
          <p:nvPr/>
        </p:nvSpPr>
        <p:spPr>
          <a:xfrm xmlns:a="http://schemas.openxmlformats.org/drawingml/2006/main">
            <a:off x="7610475" y="2457450"/>
            <a:ext cx="1638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CLASSIFIER HEAD</a:t>
            </a:r>
          </a:p>
        </p:txBody>
      </p:sp>
      <p:sp>
        <p:nvSpPr>
          <p:cNvPr id="24" name="">
            <a:extLst xmlns:a="http://schemas.openxmlformats.org/drawingml/2006/main">
              <a:ext uri="{FF2B5EF4-FFF2-40B4-BE49-F238E27FC236}">
                <a16:creationId xmlns:a16="http://schemas.microsoft.com/office/drawing/2014/main" id="{993E6542-D426-46C3-B036-BAB26E66EA8B}"/>
              </a:ext>
            </a:extLst>
          </p:cNvPr>
          <p:cNvSpPr>
            <a:spLocks xmlns:a="http://schemas.openxmlformats.org/drawingml/2006/main" noGrp="1"/>
          </p:cNvSpPr>
          <p:nvPr/>
        </p:nvSpPr>
        <p:spPr>
          <a:xfrm xmlns:a="http://schemas.openxmlformats.org/drawingml/2006/main">
            <a:off x="7610475" y="2857500"/>
            <a:ext cx="1638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F3F5F6"/>
                </a:solidFill>
                <a:latin typeface="Arial"/>
                <a:ea typeface="Arial"/>
                <a:cs typeface="Arial"/>
              </a:defRPr>
            </a:defPPr>
            <a:lvl1pPr algn="l">
              <a:defRPr sz="1050" b="0">
                <a:solidFill>
                  <a:srgbClr val="F3F5F6"/>
                </a:solidFill>
                <a:latin typeface="Arial"/>
                <a:ea typeface="Arial"/>
                <a:cs typeface="Arial"/>
              </a:defRPr>
            </a:lvl1pPr>
            <a:lvl2pPr algn="l">
              <a:defRPr sz="1050" b="0">
                <a:solidFill>
                  <a:srgbClr val="F3F5F6"/>
                </a:solidFill>
                <a:latin typeface="Arial"/>
                <a:ea typeface="Arial"/>
                <a:cs typeface="Arial"/>
              </a:defRPr>
            </a:lvl2pPr>
            <a:lvl3pPr algn="l">
              <a:defRPr sz="1050" b="0">
                <a:solidFill>
                  <a:srgbClr val="F3F5F6"/>
                </a:solidFill>
                <a:latin typeface="Arial"/>
                <a:ea typeface="Arial"/>
                <a:cs typeface="Arial"/>
              </a:defRPr>
            </a:lvl3pPr>
            <a:lvl4pPr algn="l">
              <a:defRPr sz="1050" b="0">
                <a:solidFill>
                  <a:srgbClr val="F3F5F6"/>
                </a:solidFill>
                <a:latin typeface="Arial"/>
                <a:ea typeface="Arial"/>
                <a:cs typeface="Arial"/>
              </a:defRPr>
            </a:lvl4pPr>
            <a:lvl5pPr algn="l">
              <a:defRPr sz="1050" b="0">
                <a:solidFill>
                  <a:srgbClr val="F3F5F6"/>
                </a:solidFill>
                <a:latin typeface="Arial"/>
                <a:ea typeface="Arial"/>
                <a:cs typeface="Arial"/>
              </a:defRPr>
            </a:lvl5pPr>
            <a:lvl6pPr algn="l">
              <a:defRPr sz="1050" b="0">
                <a:solidFill>
                  <a:srgbClr val="F3F5F6"/>
                </a:solidFill>
                <a:latin typeface="Arial"/>
                <a:ea typeface="Arial"/>
                <a:cs typeface="Arial"/>
              </a:defRPr>
            </a:lvl6pPr>
            <a:lvl7pPr algn="l">
              <a:defRPr sz="1050" b="0">
                <a:solidFill>
                  <a:srgbClr val="F3F5F6"/>
                </a:solidFill>
                <a:latin typeface="Arial"/>
                <a:ea typeface="Arial"/>
                <a:cs typeface="Arial"/>
              </a:defRPr>
            </a:lvl7pPr>
            <a:lvl8pPr algn="l">
              <a:defRPr sz="1050" b="0">
                <a:solidFill>
                  <a:srgbClr val="F3F5F6"/>
                </a:solidFill>
                <a:latin typeface="Arial"/>
                <a:ea typeface="Arial"/>
                <a:cs typeface="Arial"/>
              </a:defRPr>
            </a:lvl8pPr>
            <a:lvl9pPr algn="l">
              <a:defRPr sz="1050" b="0">
                <a:solidFill>
                  <a:srgbClr val="F3F5F6"/>
                </a:solidFill>
                <a:latin typeface="Arial"/>
                <a:ea typeface="Arial"/>
                <a:cs typeface="Arial"/>
              </a:defRPr>
            </a:lvl9pPr>
          </a:lstStyle>
          <a:p xmlns:a="http://schemas.openxmlformats.org/drawingml/2006/main">
            <a:pPr algn="l">
              <a:defRPr sz="1050" b="0">
                <a:solidFill>
                  <a:srgbClr val="F3F5F6"/>
                </a:solidFill>
                <a:latin typeface="Arial"/>
                <a:ea typeface="Arial"/>
                <a:cs typeface="Arial"/>
              </a:defRPr>
            </a:pPr>
            <a:r>
              <a:rPr sz="1050" b="0">
                <a:solidFill>
                  <a:srgbClr val="F3F5F6"/>
                </a:solidFill>
                <a:latin typeface="Arial"/>
                <a:ea typeface="Arial"/>
                <a:cs typeface="Arial"/>
              </a:rPr>
              <a:t>1280 → 256 → 2</a:t>
            </a:r>
          </a:p>
          <a:p xmlns:a="http://schemas.openxmlformats.org/drawingml/2006/main">
            <a:pPr algn="l">
              <a:defRPr sz="1050" b="0">
                <a:solidFill>
                  <a:srgbClr val="F3F5F6"/>
                </a:solidFill>
                <a:latin typeface="Arial"/>
                <a:ea typeface="Arial"/>
                <a:cs typeface="Arial"/>
              </a:defRPr>
            </a:pPr>
            <a:r>
              <a:rPr sz="1050" b="0">
                <a:solidFill>
                  <a:srgbClr val="F3F5F6"/>
                </a:solidFill>
                <a:latin typeface="Arial"/>
                <a:ea typeface="Arial"/>
                <a:cs typeface="Arial"/>
              </a:rPr>
              <a:t>GELU + dropout</a:t>
            </a:r>
          </a:p>
        </p:txBody>
      </p:sp>
      <p:sp>
        <p:nvSpPr>
          <p:cNvPr id="25" name="">
            <a:extLst xmlns:a="http://schemas.openxmlformats.org/drawingml/2006/main">
              <a:ext uri="{FF2B5EF4-FFF2-40B4-BE49-F238E27FC236}">
                <a16:creationId xmlns:a16="http://schemas.microsoft.com/office/drawing/2014/main" id="{188F6C62-C57D-485D-8BBA-71D337FF8016}"/>
              </a:ext>
            </a:extLst>
          </p:cNvPr>
          <p:cNvSpPr>
            <a:spLocks xmlns:a="http://schemas.openxmlformats.org/drawingml/2006/main" noGrp="1"/>
          </p:cNvSpPr>
          <p:nvPr/>
        </p:nvSpPr>
        <p:spPr>
          <a:xfrm xmlns:a="http://schemas.openxmlformats.org/drawingml/2006/main">
            <a:off x="9429750" y="2476500"/>
            <a:ext cx="323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FFB454"/>
                </a:solidFill>
                <a:latin typeface="Arial"/>
                <a:ea typeface="Arial"/>
                <a:cs typeface="Arial"/>
              </a:defRPr>
            </a:defPPr>
            <a:lvl1pPr algn="ctr">
              <a:defRPr sz="1800" b="1">
                <a:solidFill>
                  <a:srgbClr val="FFB454"/>
                </a:solidFill>
                <a:latin typeface="Arial"/>
                <a:ea typeface="Arial"/>
                <a:cs typeface="Arial"/>
              </a:defRPr>
            </a:lvl1pPr>
            <a:lvl2pPr algn="ctr">
              <a:defRPr sz="1800" b="1">
                <a:solidFill>
                  <a:srgbClr val="FFB454"/>
                </a:solidFill>
                <a:latin typeface="Arial"/>
                <a:ea typeface="Arial"/>
                <a:cs typeface="Arial"/>
              </a:defRPr>
            </a:lvl2pPr>
            <a:lvl3pPr algn="ctr">
              <a:defRPr sz="1800" b="1">
                <a:solidFill>
                  <a:srgbClr val="FFB454"/>
                </a:solidFill>
                <a:latin typeface="Arial"/>
                <a:ea typeface="Arial"/>
                <a:cs typeface="Arial"/>
              </a:defRPr>
            </a:lvl3pPr>
            <a:lvl4pPr algn="ctr">
              <a:defRPr sz="1800" b="1">
                <a:solidFill>
                  <a:srgbClr val="FFB454"/>
                </a:solidFill>
                <a:latin typeface="Arial"/>
                <a:ea typeface="Arial"/>
                <a:cs typeface="Arial"/>
              </a:defRPr>
            </a:lvl4pPr>
            <a:lvl5pPr algn="ctr">
              <a:defRPr sz="1800" b="1">
                <a:solidFill>
                  <a:srgbClr val="FFB454"/>
                </a:solidFill>
                <a:latin typeface="Arial"/>
                <a:ea typeface="Arial"/>
                <a:cs typeface="Arial"/>
              </a:defRPr>
            </a:lvl5pPr>
            <a:lvl6pPr algn="ctr">
              <a:defRPr sz="1800" b="1">
                <a:solidFill>
                  <a:srgbClr val="FFB454"/>
                </a:solidFill>
                <a:latin typeface="Arial"/>
                <a:ea typeface="Arial"/>
                <a:cs typeface="Arial"/>
              </a:defRPr>
            </a:lvl6pPr>
            <a:lvl7pPr algn="ctr">
              <a:defRPr sz="1800" b="1">
                <a:solidFill>
                  <a:srgbClr val="FFB454"/>
                </a:solidFill>
                <a:latin typeface="Arial"/>
                <a:ea typeface="Arial"/>
                <a:cs typeface="Arial"/>
              </a:defRPr>
            </a:lvl7pPr>
            <a:lvl8pPr algn="ctr">
              <a:defRPr sz="1800" b="1">
                <a:solidFill>
                  <a:srgbClr val="FFB454"/>
                </a:solidFill>
                <a:latin typeface="Arial"/>
                <a:ea typeface="Arial"/>
                <a:cs typeface="Arial"/>
              </a:defRPr>
            </a:lvl8pPr>
            <a:lvl9pPr algn="ctr">
              <a:defRPr sz="1800" b="1">
                <a:solidFill>
                  <a:srgbClr val="FFB454"/>
                </a:solidFill>
                <a:latin typeface="Arial"/>
                <a:ea typeface="Arial"/>
                <a:cs typeface="Arial"/>
              </a:defRPr>
            </a:lvl9pPr>
          </a:lstStyle>
          <a:p xmlns:a="http://schemas.openxmlformats.org/drawingml/2006/main">
            <a:pPr algn="ctr">
              <a:defRPr sz="1800" b="1">
                <a:solidFill>
                  <a:srgbClr val="FFB454"/>
                </a:solidFill>
                <a:latin typeface="Arial"/>
                <a:ea typeface="Arial"/>
                <a:cs typeface="Arial"/>
              </a:defRPr>
            </a:pPr>
            <a:r>
              <a:rPr sz="1800" b="1">
                <a:solidFill>
                  <a:srgbClr val="FFB454"/>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F96F6835-2E32-4D03-98BA-E758025EBC85}"/>
              </a:ext>
            </a:extLst>
          </p:cNvPr>
          <p:cNvSpPr>
            <a:spLocks xmlns:a="http://schemas.openxmlformats.org/drawingml/2006/main" noGrp="1"/>
          </p:cNvSpPr>
          <p:nvPr/>
        </p:nvSpPr>
        <p:spPr>
          <a:xfrm xmlns:a="http://schemas.openxmlformats.org/drawingml/2006/main">
            <a:off x="9791700" y="1952625"/>
            <a:ext cx="1924050" cy="1524000"/>
          </a:xfrm>
          <a:prstGeom xmlns:a="http://schemas.openxmlformats.org/drawingml/2006/main" prst="roundRect">
            <a:avLst>
              <a:gd name="adj" fmla="val 5000"/>
            </a:avLst>
          </a:prstGeom>
          <a:solidFill xmlns:a="http://schemas.openxmlformats.org/drawingml/2006/main">
            <a:srgbClr val="223440"/>
          </a:solidFill>
          <a:ln xmlns:a="http://schemas.openxmlformats.org/drawingml/2006/main" w="9525">
            <a:solidFill>
              <a:srgbClr val="40515B"/>
            </a:solidFill>
            <a:prstDash val="solid"/>
          </a:ln>
        </p:spPr>
      </p:sp>
      <p:sp>
        <p:nvSpPr>
          <p:cNvPr id="27" name="">
            <a:extLst xmlns:a="http://schemas.openxmlformats.org/drawingml/2006/main">
              <a:ext uri="{FF2B5EF4-FFF2-40B4-BE49-F238E27FC236}">
                <a16:creationId xmlns:a16="http://schemas.microsoft.com/office/drawing/2014/main" id="{873F9F95-31D8-41EC-BA8F-903B568EBBC7}"/>
              </a:ext>
            </a:extLst>
          </p:cNvPr>
          <p:cNvSpPr>
            <a:spLocks xmlns:a="http://schemas.openxmlformats.org/drawingml/2006/main" noGrp="1"/>
          </p:cNvSpPr>
          <p:nvPr/>
        </p:nvSpPr>
        <p:spPr>
          <a:xfrm xmlns:a="http://schemas.openxmlformats.org/drawingml/2006/main">
            <a:off x="9944100" y="20955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FB454"/>
                </a:solidFill>
                <a:latin typeface="Arial"/>
                <a:ea typeface="Arial"/>
                <a:cs typeface="Arial"/>
              </a:defRPr>
            </a:defPPr>
            <a:lvl1pPr algn="l">
              <a:defRPr sz="1200" b="1">
                <a:solidFill>
                  <a:srgbClr val="FFB454"/>
                </a:solidFill>
                <a:latin typeface="Arial"/>
                <a:ea typeface="Arial"/>
                <a:cs typeface="Arial"/>
              </a:defRPr>
            </a:lvl1pPr>
            <a:lvl2pPr algn="l">
              <a:defRPr sz="1200" b="1">
                <a:solidFill>
                  <a:srgbClr val="FFB454"/>
                </a:solidFill>
                <a:latin typeface="Arial"/>
                <a:ea typeface="Arial"/>
                <a:cs typeface="Arial"/>
              </a:defRPr>
            </a:lvl2pPr>
            <a:lvl3pPr algn="l">
              <a:defRPr sz="1200" b="1">
                <a:solidFill>
                  <a:srgbClr val="FFB454"/>
                </a:solidFill>
                <a:latin typeface="Arial"/>
                <a:ea typeface="Arial"/>
                <a:cs typeface="Arial"/>
              </a:defRPr>
            </a:lvl3pPr>
            <a:lvl4pPr algn="l">
              <a:defRPr sz="1200" b="1">
                <a:solidFill>
                  <a:srgbClr val="FFB454"/>
                </a:solidFill>
                <a:latin typeface="Arial"/>
                <a:ea typeface="Arial"/>
                <a:cs typeface="Arial"/>
              </a:defRPr>
            </a:lvl4pPr>
            <a:lvl5pPr algn="l">
              <a:defRPr sz="1200" b="1">
                <a:solidFill>
                  <a:srgbClr val="FFB454"/>
                </a:solidFill>
                <a:latin typeface="Arial"/>
                <a:ea typeface="Arial"/>
                <a:cs typeface="Arial"/>
              </a:defRPr>
            </a:lvl5pPr>
            <a:lvl6pPr algn="l">
              <a:defRPr sz="1200" b="1">
                <a:solidFill>
                  <a:srgbClr val="FFB454"/>
                </a:solidFill>
                <a:latin typeface="Arial"/>
                <a:ea typeface="Arial"/>
                <a:cs typeface="Arial"/>
              </a:defRPr>
            </a:lvl6pPr>
            <a:lvl7pPr algn="l">
              <a:defRPr sz="1200" b="1">
                <a:solidFill>
                  <a:srgbClr val="FFB454"/>
                </a:solidFill>
                <a:latin typeface="Arial"/>
                <a:ea typeface="Arial"/>
                <a:cs typeface="Arial"/>
              </a:defRPr>
            </a:lvl7pPr>
            <a:lvl8pPr algn="l">
              <a:defRPr sz="1200" b="1">
                <a:solidFill>
                  <a:srgbClr val="FFB454"/>
                </a:solidFill>
                <a:latin typeface="Arial"/>
                <a:ea typeface="Arial"/>
                <a:cs typeface="Arial"/>
              </a:defRPr>
            </a:lvl8pPr>
            <a:lvl9pPr algn="l">
              <a:defRPr sz="1200" b="1">
                <a:solidFill>
                  <a:srgbClr val="FFB454"/>
                </a:solidFill>
                <a:latin typeface="Arial"/>
                <a:ea typeface="Arial"/>
                <a:cs typeface="Arial"/>
              </a:defRPr>
            </a:lvl9pPr>
          </a:lstStyle>
          <a:p xmlns:a="http://schemas.openxmlformats.org/drawingml/2006/main">
            <a:pPr algn="l">
              <a:defRPr sz="1200" b="1">
                <a:solidFill>
                  <a:srgbClr val="FFB454"/>
                </a:solidFill>
                <a:latin typeface="Arial"/>
                <a:ea typeface="Arial"/>
                <a:cs typeface="Arial"/>
              </a:defRPr>
            </a:pPr>
            <a:r>
              <a:rPr sz="1200" b="1">
                <a:solidFill>
                  <a:srgbClr val="FFB454"/>
                </a:solidFill>
                <a:latin typeface="Arial"/>
                <a:ea typeface="Arial"/>
                <a:cs typeface="Arial"/>
              </a:rPr>
              <a:t>5</a:t>
            </a:r>
          </a:p>
        </p:txBody>
      </p:sp>
      <p:sp>
        <p:nvSpPr>
          <p:cNvPr id="28" name="">
            <a:extLst xmlns:a="http://schemas.openxmlformats.org/drawingml/2006/main">
              <a:ext uri="{FF2B5EF4-FFF2-40B4-BE49-F238E27FC236}">
                <a16:creationId xmlns:a16="http://schemas.microsoft.com/office/drawing/2014/main" id="{A7967D5F-BDAC-4444-BFBF-53ED9AACC18B}"/>
              </a:ext>
            </a:extLst>
          </p:cNvPr>
          <p:cNvSpPr>
            <a:spLocks xmlns:a="http://schemas.openxmlformats.org/drawingml/2006/main" noGrp="1"/>
          </p:cNvSpPr>
          <p:nvPr/>
        </p:nvSpPr>
        <p:spPr>
          <a:xfrm xmlns:a="http://schemas.openxmlformats.org/drawingml/2006/main">
            <a:off x="9944100" y="2457450"/>
            <a:ext cx="1638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PREDICTION</a:t>
            </a:r>
          </a:p>
        </p:txBody>
      </p:sp>
      <p:sp>
        <p:nvSpPr>
          <p:cNvPr id="29" name="">
            <a:extLst xmlns:a="http://schemas.openxmlformats.org/drawingml/2006/main">
              <a:ext uri="{FF2B5EF4-FFF2-40B4-BE49-F238E27FC236}">
                <a16:creationId xmlns:a16="http://schemas.microsoft.com/office/drawing/2014/main" id="{69583EF6-5065-4CBA-9191-DB350212CD69}"/>
              </a:ext>
            </a:extLst>
          </p:cNvPr>
          <p:cNvSpPr>
            <a:spLocks xmlns:a="http://schemas.openxmlformats.org/drawingml/2006/main" noGrp="1"/>
          </p:cNvSpPr>
          <p:nvPr/>
        </p:nvSpPr>
        <p:spPr>
          <a:xfrm xmlns:a="http://schemas.openxmlformats.org/drawingml/2006/main">
            <a:off x="9944100" y="2857500"/>
            <a:ext cx="1638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F3F5F6"/>
                </a:solidFill>
                <a:latin typeface="Arial"/>
                <a:ea typeface="Arial"/>
                <a:cs typeface="Arial"/>
              </a:defRPr>
            </a:defPPr>
            <a:lvl1pPr algn="l">
              <a:defRPr sz="1050" b="0">
                <a:solidFill>
                  <a:srgbClr val="F3F5F6"/>
                </a:solidFill>
                <a:latin typeface="Arial"/>
                <a:ea typeface="Arial"/>
                <a:cs typeface="Arial"/>
              </a:defRPr>
            </a:lvl1pPr>
            <a:lvl2pPr algn="l">
              <a:defRPr sz="1050" b="0">
                <a:solidFill>
                  <a:srgbClr val="F3F5F6"/>
                </a:solidFill>
                <a:latin typeface="Arial"/>
                <a:ea typeface="Arial"/>
                <a:cs typeface="Arial"/>
              </a:defRPr>
            </a:lvl2pPr>
            <a:lvl3pPr algn="l">
              <a:defRPr sz="1050" b="0">
                <a:solidFill>
                  <a:srgbClr val="F3F5F6"/>
                </a:solidFill>
                <a:latin typeface="Arial"/>
                <a:ea typeface="Arial"/>
                <a:cs typeface="Arial"/>
              </a:defRPr>
            </a:lvl3pPr>
            <a:lvl4pPr algn="l">
              <a:defRPr sz="1050" b="0">
                <a:solidFill>
                  <a:srgbClr val="F3F5F6"/>
                </a:solidFill>
                <a:latin typeface="Arial"/>
                <a:ea typeface="Arial"/>
                <a:cs typeface="Arial"/>
              </a:defRPr>
            </a:lvl4pPr>
            <a:lvl5pPr algn="l">
              <a:defRPr sz="1050" b="0">
                <a:solidFill>
                  <a:srgbClr val="F3F5F6"/>
                </a:solidFill>
                <a:latin typeface="Arial"/>
                <a:ea typeface="Arial"/>
                <a:cs typeface="Arial"/>
              </a:defRPr>
            </a:lvl5pPr>
            <a:lvl6pPr algn="l">
              <a:defRPr sz="1050" b="0">
                <a:solidFill>
                  <a:srgbClr val="F3F5F6"/>
                </a:solidFill>
                <a:latin typeface="Arial"/>
                <a:ea typeface="Arial"/>
                <a:cs typeface="Arial"/>
              </a:defRPr>
            </a:lvl6pPr>
            <a:lvl7pPr algn="l">
              <a:defRPr sz="1050" b="0">
                <a:solidFill>
                  <a:srgbClr val="F3F5F6"/>
                </a:solidFill>
                <a:latin typeface="Arial"/>
                <a:ea typeface="Arial"/>
                <a:cs typeface="Arial"/>
              </a:defRPr>
            </a:lvl7pPr>
            <a:lvl8pPr algn="l">
              <a:defRPr sz="1050" b="0">
                <a:solidFill>
                  <a:srgbClr val="F3F5F6"/>
                </a:solidFill>
                <a:latin typeface="Arial"/>
                <a:ea typeface="Arial"/>
                <a:cs typeface="Arial"/>
              </a:defRPr>
            </a:lvl8pPr>
            <a:lvl9pPr algn="l">
              <a:defRPr sz="1050" b="0">
                <a:solidFill>
                  <a:srgbClr val="F3F5F6"/>
                </a:solidFill>
                <a:latin typeface="Arial"/>
                <a:ea typeface="Arial"/>
                <a:cs typeface="Arial"/>
              </a:defRPr>
            </a:lvl9pPr>
          </a:lstStyle>
          <a:p xmlns:a="http://schemas.openxmlformats.org/drawingml/2006/main">
            <a:pPr algn="l">
              <a:defRPr sz="1050" b="0">
                <a:solidFill>
                  <a:srgbClr val="F3F5F6"/>
                </a:solidFill>
                <a:latin typeface="Arial"/>
                <a:ea typeface="Arial"/>
                <a:cs typeface="Arial"/>
              </a:defRPr>
            </a:pPr>
            <a:r>
              <a:rPr sz="1050" b="0">
                <a:solidFill>
                  <a:srgbClr val="F3F5F6"/>
                </a:solidFill>
                <a:latin typeface="Arial"/>
                <a:ea typeface="Arial"/>
                <a:cs typeface="Arial"/>
              </a:rPr>
              <a:t>Genuine or</a:t>
            </a:r>
          </a:p>
          <a:p xmlns:a="http://schemas.openxmlformats.org/drawingml/2006/main">
            <a:pPr algn="l">
              <a:defRPr sz="1050" b="0">
                <a:solidFill>
                  <a:srgbClr val="F3F5F6"/>
                </a:solidFill>
                <a:latin typeface="Arial"/>
                <a:ea typeface="Arial"/>
                <a:cs typeface="Arial"/>
              </a:defRPr>
            </a:pPr>
            <a:r>
              <a:rPr sz="1050" b="0">
                <a:solidFill>
                  <a:srgbClr val="F3F5F6"/>
                </a:solidFill>
                <a:latin typeface="Arial"/>
                <a:ea typeface="Arial"/>
                <a:cs typeface="Arial"/>
              </a:rPr>
              <a:t>AI-generated</a:t>
            </a:r>
          </a:p>
        </p:txBody>
      </p:sp>
      <p:sp>
        <p:nvSpPr>
          <p:cNvPr id="30" name="">
            <a:extLst xmlns:a="http://schemas.openxmlformats.org/drawingml/2006/main">
              <a:ext uri="{FF2B5EF4-FFF2-40B4-BE49-F238E27FC236}">
                <a16:creationId xmlns:a16="http://schemas.microsoft.com/office/drawing/2014/main" id="{95911AB2-C227-45AC-AA41-7E043B266E24}"/>
              </a:ext>
            </a:extLst>
          </p:cNvPr>
          <p:cNvSpPr>
            <a:spLocks xmlns:a="http://schemas.openxmlformats.org/drawingml/2006/main" noGrp="1"/>
          </p:cNvSpPr>
          <p:nvPr/>
        </p:nvSpPr>
        <p:spPr>
          <a:xfrm xmlns:a="http://schemas.openxmlformats.org/drawingml/2006/main">
            <a:off x="1285875" y="4095750"/>
            <a:ext cx="4191000" cy="1352550"/>
          </a:xfrm>
          <a:prstGeom xmlns:a="http://schemas.openxmlformats.org/drawingml/2006/main" prst="roundRect">
            <a:avLst>
              <a:gd name="adj" fmla="val 5634"/>
            </a:avLst>
          </a:prstGeom>
          <a:solidFill xmlns:a="http://schemas.openxmlformats.org/drawingml/2006/main">
            <a:srgbClr val="192630"/>
          </a:solidFill>
          <a:ln xmlns:a="http://schemas.openxmlformats.org/drawingml/2006/main" w="9525">
            <a:solidFill>
              <a:srgbClr val="40515B"/>
            </a:solidFill>
            <a:prstDash val="solid"/>
          </a:ln>
        </p:spPr>
      </p:sp>
      <p:sp>
        <p:nvSpPr>
          <p:cNvPr id="31" name="">
            <a:extLst xmlns:a="http://schemas.openxmlformats.org/drawingml/2006/main">
              <a:ext uri="{FF2B5EF4-FFF2-40B4-BE49-F238E27FC236}">
                <a16:creationId xmlns:a16="http://schemas.microsoft.com/office/drawing/2014/main" id="{FC074C29-E442-4424-950A-6E8164F4B78D}"/>
              </a:ext>
            </a:extLst>
          </p:cNvPr>
          <p:cNvSpPr>
            <a:spLocks xmlns:a="http://schemas.openxmlformats.org/drawingml/2006/main" noGrp="1"/>
          </p:cNvSpPr>
          <p:nvPr/>
        </p:nvSpPr>
        <p:spPr>
          <a:xfrm xmlns:a="http://schemas.openxmlformats.org/drawingml/2006/main">
            <a:off x="1495425" y="4248150"/>
            <a:ext cx="3714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FFB454"/>
                </a:solidFill>
                <a:latin typeface="Arial"/>
                <a:ea typeface="Arial"/>
                <a:cs typeface="Arial"/>
              </a:defRPr>
            </a:defPPr>
            <a:lvl1pPr algn="l">
              <a:defRPr sz="1125" b="1">
                <a:solidFill>
                  <a:srgbClr val="FFB454"/>
                </a:solidFill>
                <a:latin typeface="Arial"/>
                <a:ea typeface="Arial"/>
                <a:cs typeface="Arial"/>
              </a:defRPr>
            </a:lvl1pPr>
            <a:lvl2pPr algn="l">
              <a:defRPr sz="1125" b="1">
                <a:solidFill>
                  <a:srgbClr val="FFB454"/>
                </a:solidFill>
                <a:latin typeface="Arial"/>
                <a:ea typeface="Arial"/>
                <a:cs typeface="Arial"/>
              </a:defRPr>
            </a:lvl2pPr>
            <a:lvl3pPr algn="l">
              <a:defRPr sz="1125" b="1">
                <a:solidFill>
                  <a:srgbClr val="FFB454"/>
                </a:solidFill>
                <a:latin typeface="Arial"/>
                <a:ea typeface="Arial"/>
                <a:cs typeface="Arial"/>
              </a:defRPr>
            </a:lvl3pPr>
            <a:lvl4pPr algn="l">
              <a:defRPr sz="1125" b="1">
                <a:solidFill>
                  <a:srgbClr val="FFB454"/>
                </a:solidFill>
                <a:latin typeface="Arial"/>
                <a:ea typeface="Arial"/>
                <a:cs typeface="Arial"/>
              </a:defRPr>
            </a:lvl4pPr>
            <a:lvl5pPr algn="l">
              <a:defRPr sz="1125" b="1">
                <a:solidFill>
                  <a:srgbClr val="FFB454"/>
                </a:solidFill>
                <a:latin typeface="Arial"/>
                <a:ea typeface="Arial"/>
                <a:cs typeface="Arial"/>
              </a:defRPr>
            </a:lvl5pPr>
            <a:lvl6pPr algn="l">
              <a:defRPr sz="1125" b="1">
                <a:solidFill>
                  <a:srgbClr val="FFB454"/>
                </a:solidFill>
                <a:latin typeface="Arial"/>
                <a:ea typeface="Arial"/>
                <a:cs typeface="Arial"/>
              </a:defRPr>
            </a:lvl6pPr>
            <a:lvl7pPr algn="l">
              <a:defRPr sz="1125" b="1">
                <a:solidFill>
                  <a:srgbClr val="FFB454"/>
                </a:solidFill>
                <a:latin typeface="Arial"/>
                <a:ea typeface="Arial"/>
                <a:cs typeface="Arial"/>
              </a:defRPr>
            </a:lvl7pPr>
            <a:lvl8pPr algn="l">
              <a:defRPr sz="1125" b="1">
                <a:solidFill>
                  <a:srgbClr val="FFB454"/>
                </a:solidFill>
                <a:latin typeface="Arial"/>
                <a:ea typeface="Arial"/>
                <a:cs typeface="Arial"/>
              </a:defRPr>
            </a:lvl8pPr>
            <a:lvl9pPr algn="l">
              <a:defRPr sz="1125" b="1">
                <a:solidFill>
                  <a:srgbClr val="FFB454"/>
                </a:solidFill>
                <a:latin typeface="Arial"/>
                <a:ea typeface="Arial"/>
                <a:cs typeface="Arial"/>
              </a:defRPr>
            </a:lvl9pPr>
          </a:lstStyle>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MODEL EXPLANATION</a:t>
            </a:r>
          </a:p>
        </p:txBody>
      </p:sp>
      <p:sp>
        <p:nvSpPr>
          <p:cNvPr id="32" name="">
            <a:extLst xmlns:a="http://schemas.openxmlformats.org/drawingml/2006/main">
              <a:ext uri="{FF2B5EF4-FFF2-40B4-BE49-F238E27FC236}">
                <a16:creationId xmlns:a16="http://schemas.microsoft.com/office/drawing/2014/main" id="{75BB04FF-49BC-4C2A-BE6C-C1BFE6E8EA25}"/>
              </a:ext>
            </a:extLst>
          </p:cNvPr>
          <p:cNvSpPr>
            <a:spLocks xmlns:a="http://schemas.openxmlformats.org/drawingml/2006/main" noGrp="1"/>
          </p:cNvSpPr>
          <p:nvPr/>
        </p:nvSpPr>
        <p:spPr>
          <a:xfrm xmlns:a="http://schemas.openxmlformats.org/drawingml/2006/main">
            <a:off x="1495425" y="4581525"/>
            <a:ext cx="3714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Grad-CAM highlights image regions that influence the CNN score. It is a visualization, not proof of a causal reason.</a:t>
            </a:r>
          </a:p>
        </p:txBody>
      </p:sp>
      <p:sp>
        <p:nvSpPr>
          <p:cNvPr id="33" name="">
            <a:extLst xmlns:a="http://schemas.openxmlformats.org/drawingml/2006/main">
              <a:ext uri="{FF2B5EF4-FFF2-40B4-BE49-F238E27FC236}">
                <a16:creationId xmlns:a16="http://schemas.microsoft.com/office/drawing/2014/main" id="{5210BDBA-13C3-4545-84E0-F9CF317EAFBD}"/>
              </a:ext>
            </a:extLst>
          </p:cNvPr>
          <p:cNvSpPr>
            <a:spLocks xmlns:a="http://schemas.openxmlformats.org/drawingml/2006/main" noGrp="1"/>
          </p:cNvSpPr>
          <p:nvPr/>
        </p:nvSpPr>
        <p:spPr>
          <a:xfrm xmlns:a="http://schemas.openxmlformats.org/drawingml/2006/main">
            <a:off x="6715125" y="4095750"/>
            <a:ext cx="4191000" cy="1352550"/>
          </a:xfrm>
          <a:prstGeom xmlns:a="http://schemas.openxmlformats.org/drawingml/2006/main" prst="roundRect">
            <a:avLst>
              <a:gd name="adj" fmla="val 5634"/>
            </a:avLst>
          </a:prstGeom>
          <a:solidFill xmlns:a="http://schemas.openxmlformats.org/drawingml/2006/main">
            <a:srgbClr val="192630"/>
          </a:solidFill>
          <a:ln xmlns:a="http://schemas.openxmlformats.org/drawingml/2006/main" w="9525">
            <a:solidFill>
              <a:srgbClr val="40515B"/>
            </a:solidFill>
            <a:prstDash val="solid"/>
          </a:ln>
        </p:spPr>
      </p:sp>
      <p:sp>
        <p:nvSpPr>
          <p:cNvPr id="34" name="">
            <a:extLst xmlns:a="http://schemas.openxmlformats.org/drawingml/2006/main">
              <a:ext uri="{FF2B5EF4-FFF2-40B4-BE49-F238E27FC236}">
                <a16:creationId xmlns:a16="http://schemas.microsoft.com/office/drawing/2014/main" id="{4E283B91-FB01-438F-A5B8-4E9C02635F1A}"/>
              </a:ext>
            </a:extLst>
          </p:cNvPr>
          <p:cNvSpPr>
            <a:spLocks xmlns:a="http://schemas.openxmlformats.org/drawingml/2006/main" noGrp="1"/>
          </p:cNvSpPr>
          <p:nvPr/>
        </p:nvSpPr>
        <p:spPr>
          <a:xfrm xmlns:a="http://schemas.openxmlformats.org/drawingml/2006/main">
            <a:off x="6924675" y="4248150"/>
            <a:ext cx="3714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FFB454"/>
                </a:solidFill>
                <a:latin typeface="Arial"/>
                <a:ea typeface="Arial"/>
                <a:cs typeface="Arial"/>
              </a:defRPr>
            </a:defPPr>
            <a:lvl1pPr algn="l">
              <a:defRPr sz="1125" b="1">
                <a:solidFill>
                  <a:srgbClr val="FFB454"/>
                </a:solidFill>
                <a:latin typeface="Arial"/>
                <a:ea typeface="Arial"/>
                <a:cs typeface="Arial"/>
              </a:defRPr>
            </a:lvl1pPr>
            <a:lvl2pPr algn="l">
              <a:defRPr sz="1125" b="1">
                <a:solidFill>
                  <a:srgbClr val="FFB454"/>
                </a:solidFill>
                <a:latin typeface="Arial"/>
                <a:ea typeface="Arial"/>
                <a:cs typeface="Arial"/>
              </a:defRPr>
            </a:lvl2pPr>
            <a:lvl3pPr algn="l">
              <a:defRPr sz="1125" b="1">
                <a:solidFill>
                  <a:srgbClr val="FFB454"/>
                </a:solidFill>
                <a:latin typeface="Arial"/>
                <a:ea typeface="Arial"/>
                <a:cs typeface="Arial"/>
              </a:defRPr>
            </a:lvl3pPr>
            <a:lvl4pPr algn="l">
              <a:defRPr sz="1125" b="1">
                <a:solidFill>
                  <a:srgbClr val="FFB454"/>
                </a:solidFill>
                <a:latin typeface="Arial"/>
                <a:ea typeface="Arial"/>
                <a:cs typeface="Arial"/>
              </a:defRPr>
            </a:lvl4pPr>
            <a:lvl5pPr algn="l">
              <a:defRPr sz="1125" b="1">
                <a:solidFill>
                  <a:srgbClr val="FFB454"/>
                </a:solidFill>
                <a:latin typeface="Arial"/>
                <a:ea typeface="Arial"/>
                <a:cs typeface="Arial"/>
              </a:defRPr>
            </a:lvl5pPr>
            <a:lvl6pPr algn="l">
              <a:defRPr sz="1125" b="1">
                <a:solidFill>
                  <a:srgbClr val="FFB454"/>
                </a:solidFill>
                <a:latin typeface="Arial"/>
                <a:ea typeface="Arial"/>
                <a:cs typeface="Arial"/>
              </a:defRPr>
            </a:lvl6pPr>
            <a:lvl7pPr algn="l">
              <a:defRPr sz="1125" b="1">
                <a:solidFill>
                  <a:srgbClr val="FFB454"/>
                </a:solidFill>
                <a:latin typeface="Arial"/>
                <a:ea typeface="Arial"/>
                <a:cs typeface="Arial"/>
              </a:defRPr>
            </a:lvl7pPr>
            <a:lvl8pPr algn="l">
              <a:defRPr sz="1125" b="1">
                <a:solidFill>
                  <a:srgbClr val="FFB454"/>
                </a:solidFill>
                <a:latin typeface="Arial"/>
                <a:ea typeface="Arial"/>
                <a:cs typeface="Arial"/>
              </a:defRPr>
            </a:lvl8pPr>
            <a:lvl9pPr algn="l">
              <a:defRPr sz="1125" b="1">
                <a:solidFill>
                  <a:srgbClr val="FFB454"/>
                </a:solidFill>
                <a:latin typeface="Arial"/>
                <a:ea typeface="Arial"/>
                <a:cs typeface="Arial"/>
              </a:defRPr>
            </a:lvl9pPr>
          </a:lstStyle>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EXPLORATORY FILE SIGNALS</a:t>
            </a:r>
          </a:p>
        </p:txBody>
      </p:sp>
      <p:sp>
        <p:nvSpPr>
          <p:cNvPr id="35" name="">
            <a:extLst xmlns:a="http://schemas.openxmlformats.org/drawingml/2006/main">
              <a:ext uri="{FF2B5EF4-FFF2-40B4-BE49-F238E27FC236}">
                <a16:creationId xmlns:a16="http://schemas.microsoft.com/office/drawing/2014/main" id="{63500444-11A1-4A26-B2F1-8FF17EC4641A}"/>
              </a:ext>
            </a:extLst>
          </p:cNvPr>
          <p:cNvSpPr>
            <a:spLocks xmlns:a="http://schemas.openxmlformats.org/drawingml/2006/main" noGrp="1"/>
          </p:cNvSpPr>
          <p:nvPr/>
        </p:nvSpPr>
        <p:spPr>
          <a:xfrm xmlns:a="http://schemas.openxmlformats.org/drawingml/2006/main">
            <a:off x="6924675" y="4581525"/>
            <a:ext cx="3714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ELA / FFT summaries and EXIF/XMP metadata are displayed as side diagnostics; they do not establish authenticity.</a:t>
            </a:r>
          </a:p>
        </p:txBody>
      </p:sp>
      <p:sp>
        <p:nvSpPr>
          <p:cNvPr id="36" name="">
            <a:extLst xmlns:a="http://schemas.openxmlformats.org/drawingml/2006/main">
              <a:ext uri="{FF2B5EF4-FFF2-40B4-BE49-F238E27FC236}">
                <a16:creationId xmlns:a16="http://schemas.microsoft.com/office/drawing/2014/main" id="{CEBD24E1-7D41-40C7-AFB2-E7A20EB5BF82}"/>
              </a:ext>
            </a:extLst>
          </p:cNvPr>
          <p:cNvSpPr>
            <a:spLocks xmlns:a="http://schemas.openxmlformats.org/drawingml/2006/main" noGrp="1"/>
          </p:cNvSpPr>
          <p:nvPr/>
        </p:nvSpPr>
        <p:spPr>
          <a:xfrm xmlns:a="http://schemas.openxmlformats.org/drawingml/2006/main">
            <a:off x="1333500" y="58102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B7C4CA"/>
                </a:solidFill>
                <a:latin typeface="Arial"/>
                <a:ea typeface="Arial"/>
                <a:cs typeface="Arial"/>
              </a:defRPr>
            </a:defPPr>
            <a:lvl1pPr algn="ctr">
              <a:defRPr sz="1275" b="1">
                <a:solidFill>
                  <a:srgbClr val="B7C4CA"/>
                </a:solidFill>
                <a:latin typeface="Arial"/>
                <a:ea typeface="Arial"/>
                <a:cs typeface="Arial"/>
              </a:defRPr>
            </a:lvl1pPr>
            <a:lvl2pPr algn="ctr">
              <a:defRPr sz="1275" b="1">
                <a:solidFill>
                  <a:srgbClr val="B7C4CA"/>
                </a:solidFill>
                <a:latin typeface="Arial"/>
                <a:ea typeface="Arial"/>
                <a:cs typeface="Arial"/>
              </a:defRPr>
            </a:lvl2pPr>
            <a:lvl3pPr algn="ctr">
              <a:defRPr sz="1275" b="1">
                <a:solidFill>
                  <a:srgbClr val="B7C4CA"/>
                </a:solidFill>
                <a:latin typeface="Arial"/>
                <a:ea typeface="Arial"/>
                <a:cs typeface="Arial"/>
              </a:defRPr>
            </a:lvl3pPr>
            <a:lvl4pPr algn="ctr">
              <a:defRPr sz="1275" b="1">
                <a:solidFill>
                  <a:srgbClr val="B7C4CA"/>
                </a:solidFill>
                <a:latin typeface="Arial"/>
                <a:ea typeface="Arial"/>
                <a:cs typeface="Arial"/>
              </a:defRPr>
            </a:lvl4pPr>
            <a:lvl5pPr algn="ctr">
              <a:defRPr sz="1275" b="1">
                <a:solidFill>
                  <a:srgbClr val="B7C4CA"/>
                </a:solidFill>
                <a:latin typeface="Arial"/>
                <a:ea typeface="Arial"/>
                <a:cs typeface="Arial"/>
              </a:defRPr>
            </a:lvl5pPr>
            <a:lvl6pPr algn="ctr">
              <a:defRPr sz="1275" b="1">
                <a:solidFill>
                  <a:srgbClr val="B7C4CA"/>
                </a:solidFill>
                <a:latin typeface="Arial"/>
                <a:ea typeface="Arial"/>
                <a:cs typeface="Arial"/>
              </a:defRPr>
            </a:lvl6pPr>
            <a:lvl7pPr algn="ctr">
              <a:defRPr sz="1275" b="1">
                <a:solidFill>
                  <a:srgbClr val="B7C4CA"/>
                </a:solidFill>
                <a:latin typeface="Arial"/>
                <a:ea typeface="Arial"/>
                <a:cs typeface="Arial"/>
              </a:defRPr>
            </a:lvl7pPr>
            <a:lvl8pPr algn="ctr">
              <a:defRPr sz="1275" b="1">
                <a:solidFill>
                  <a:srgbClr val="B7C4CA"/>
                </a:solidFill>
                <a:latin typeface="Arial"/>
                <a:ea typeface="Arial"/>
                <a:cs typeface="Arial"/>
              </a:defRPr>
            </a:lvl8pPr>
            <a:lvl9pPr algn="ctr">
              <a:defRPr sz="1275" b="1">
                <a:solidFill>
                  <a:srgbClr val="B7C4CA"/>
                </a:solidFill>
                <a:latin typeface="Arial"/>
                <a:ea typeface="Arial"/>
                <a:cs typeface="Arial"/>
              </a:defRPr>
            </a:lvl9pPr>
          </a:lstStyle>
          <a:p xmlns:a="http://schemas.openxmlformats.org/drawingml/2006/main">
            <a:pPr algn="ctr">
              <a:defRPr sz="1275" b="1">
                <a:solidFill>
                  <a:srgbClr val="B7C4CA"/>
                </a:solidFill>
                <a:latin typeface="Arial"/>
                <a:ea typeface="Arial"/>
                <a:cs typeface="Arial"/>
              </a:defRPr>
            </a:pPr>
            <a:r>
              <a:rPr sz="1275" b="1">
                <a:solidFill>
                  <a:srgbClr val="B7C4CA"/>
                </a:solidFill>
                <a:latin typeface="Arial"/>
                <a:ea typeface="Arial"/>
                <a:cs typeface="Arial"/>
              </a:rPr>
              <a:t>Training: head-only phase → fine-tune top 5 EfficientNet feature blocks (AdamW).</a:t>
            </a:r>
          </a:p>
        </p:txBody>
      </p:sp>
    </p:spTree>
    <p:extLst>
      <p:ext uri="{BB962C8B-B14F-4D97-AF65-F5344CB8AC3E}">
        <p14:creationId xmlns:p14="http://schemas.microsoft.com/office/powerpoint/2010/main" val="1683485974"/>
      </p:ext>
    </p:extLst>
  </p:cSld>
</p:sld>
</file>

<file path=ppt/slides/slide7.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B265447-A307-4669-AEBC-CD721B5257D2}"/>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06  /  MODEL COMPONENTS</a:t>
            </a:r>
          </a:p>
        </p:txBody>
      </p:sp>
      <p:sp>
        <p:nvSpPr>
          <p:cNvPr id="2" name="">
            <a:extLst xmlns:a="http://schemas.openxmlformats.org/drawingml/2006/main">
              <a:ext uri="{FF2B5EF4-FFF2-40B4-BE49-F238E27FC236}">
                <a16:creationId xmlns:a16="http://schemas.microsoft.com/office/drawing/2014/main" id="{C7E18AD2-E83D-421B-8216-7444E007CDE4}"/>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Model &amp; key computer vision terms</a:t>
            </a:r>
          </a:p>
        </p:txBody>
      </p:sp>
      <p:sp>
        <p:nvSpPr>
          <p:cNvPr id="3" name="">
            <a:extLst xmlns:a="http://schemas.openxmlformats.org/drawingml/2006/main">
              <a:ext uri="{FF2B5EF4-FFF2-40B4-BE49-F238E27FC236}">
                <a16:creationId xmlns:a16="http://schemas.microsoft.com/office/drawing/2014/main" id="{AF094011-B6BF-4CEC-829E-CA1997956D7C}"/>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35076BFB-6305-485C-9A8B-BC997A06A55F}"/>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8D5B9E14-632B-46CD-A707-77BC0B99BEF4}"/>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288C240B-691E-4272-9A2F-E39DC49D7D30}"/>
              </a:ext>
            </a:extLst>
          </p:cNvPr>
          <p:cNvSpPr>
            <a:spLocks xmlns:a="http://schemas.openxmlformats.org/drawingml/2006/main" noGrp="1"/>
          </p:cNvSpPr>
          <p:nvPr/>
        </p:nvSpPr>
        <p:spPr>
          <a:xfrm xmlns:a="http://schemas.openxmlformats.org/drawingml/2006/main">
            <a:off x="590550" y="1600200"/>
            <a:ext cx="5286375" cy="1333500"/>
          </a:xfrm>
          <a:prstGeom xmlns:a="http://schemas.openxmlformats.org/drawingml/2006/main" prst="roundRect">
            <a:avLst>
              <a:gd name="adj" fmla="val 5714"/>
            </a:avLst>
          </a:prstGeom>
          <a:solidFill xmlns:a="http://schemas.openxmlformats.org/drawingml/2006/main">
            <a:srgbClr val="192630"/>
          </a:solidFill>
          <a:ln xmlns:a="http://schemas.openxmlformats.org/drawingml/2006/main" w="9525">
            <a:solidFill>
              <a:srgbClr val="40515B"/>
            </a:solidFill>
            <a:prstDash val="solid"/>
          </a:ln>
        </p:spPr>
      </p:sp>
      <p:sp>
        <p:nvSpPr>
          <p:cNvPr id="7" name="">
            <a:extLst xmlns:a="http://schemas.openxmlformats.org/drawingml/2006/main">
              <a:ext uri="{FF2B5EF4-FFF2-40B4-BE49-F238E27FC236}">
                <a16:creationId xmlns:a16="http://schemas.microsoft.com/office/drawing/2014/main" id="{004620A8-D071-4975-92A7-BD5B42C221AC}"/>
              </a:ext>
            </a:extLst>
          </p:cNvPr>
          <p:cNvSpPr>
            <a:spLocks xmlns:a="http://schemas.openxmlformats.org/drawingml/2006/main" noGrp="1"/>
          </p:cNvSpPr>
          <p:nvPr/>
        </p:nvSpPr>
        <p:spPr>
          <a:xfrm xmlns:a="http://schemas.openxmlformats.org/drawingml/2006/main">
            <a:off x="781050" y="1752600"/>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CNN / convolution</a:t>
            </a:r>
          </a:p>
        </p:txBody>
      </p:sp>
      <p:sp>
        <p:nvSpPr>
          <p:cNvPr id="8" name="">
            <a:extLst xmlns:a="http://schemas.openxmlformats.org/drawingml/2006/main">
              <a:ext uri="{FF2B5EF4-FFF2-40B4-BE49-F238E27FC236}">
                <a16:creationId xmlns:a16="http://schemas.microsoft.com/office/drawing/2014/main" id="{3CEA2FDE-C0DE-45FF-844C-9F79496D990F}"/>
              </a:ext>
            </a:extLst>
          </p:cNvPr>
          <p:cNvSpPr>
            <a:spLocks xmlns:a="http://schemas.openxmlformats.org/drawingml/2006/main" noGrp="1"/>
          </p:cNvSpPr>
          <p:nvPr/>
        </p:nvSpPr>
        <p:spPr>
          <a:xfrm xmlns:a="http://schemas.openxmlformats.org/drawingml/2006/main">
            <a:off x="781050" y="2124075"/>
            <a:ext cx="4905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Small learned filters respond to patterns such as edges, textures and shapes.</a:t>
            </a:r>
          </a:p>
        </p:txBody>
      </p:sp>
      <p:sp>
        <p:nvSpPr>
          <p:cNvPr id="9" name="">
            <a:extLst xmlns:a="http://schemas.openxmlformats.org/drawingml/2006/main">
              <a:ext uri="{FF2B5EF4-FFF2-40B4-BE49-F238E27FC236}">
                <a16:creationId xmlns:a16="http://schemas.microsoft.com/office/drawing/2014/main" id="{9D6D998C-9F23-4DB2-AABE-406B5DC599EF}"/>
              </a:ext>
            </a:extLst>
          </p:cNvPr>
          <p:cNvSpPr>
            <a:spLocks xmlns:a="http://schemas.openxmlformats.org/drawingml/2006/main" noGrp="1"/>
          </p:cNvSpPr>
          <p:nvPr/>
        </p:nvSpPr>
        <p:spPr>
          <a:xfrm xmlns:a="http://schemas.openxmlformats.org/drawingml/2006/main">
            <a:off x="6162675" y="1600200"/>
            <a:ext cx="5286375" cy="1333500"/>
          </a:xfrm>
          <a:prstGeom xmlns:a="http://schemas.openxmlformats.org/drawingml/2006/main" prst="roundRect">
            <a:avLst>
              <a:gd name="adj" fmla="val 5714"/>
            </a:avLst>
          </a:prstGeom>
          <a:solidFill xmlns:a="http://schemas.openxmlformats.org/drawingml/2006/main">
            <a:srgbClr val="192630"/>
          </a:solidFill>
          <a:ln xmlns:a="http://schemas.openxmlformats.org/drawingml/2006/main" w="9525">
            <a:solidFill>
              <a:srgbClr val="40515B"/>
            </a:solidFill>
            <a:prstDash val="solid"/>
          </a:ln>
        </p:spPr>
      </p:sp>
      <p:sp>
        <p:nvSpPr>
          <p:cNvPr id="10" name="">
            <a:extLst xmlns:a="http://schemas.openxmlformats.org/drawingml/2006/main">
              <a:ext uri="{FF2B5EF4-FFF2-40B4-BE49-F238E27FC236}">
                <a16:creationId xmlns:a16="http://schemas.microsoft.com/office/drawing/2014/main" id="{454580D0-08A7-49CF-A69E-15331F55685B}"/>
              </a:ext>
            </a:extLst>
          </p:cNvPr>
          <p:cNvSpPr>
            <a:spLocks xmlns:a="http://schemas.openxmlformats.org/drawingml/2006/main" noGrp="1"/>
          </p:cNvSpPr>
          <p:nvPr/>
        </p:nvSpPr>
        <p:spPr>
          <a:xfrm xmlns:a="http://schemas.openxmlformats.org/drawingml/2006/main">
            <a:off x="6353175" y="1752600"/>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B454"/>
                </a:solidFill>
                <a:latin typeface="Arial"/>
                <a:ea typeface="Arial"/>
                <a:cs typeface="Arial"/>
              </a:defRPr>
            </a:defPPr>
            <a:lvl1pPr algn="l">
              <a:defRPr sz="1425" b="1">
                <a:solidFill>
                  <a:srgbClr val="FFB454"/>
                </a:solidFill>
                <a:latin typeface="Arial"/>
                <a:ea typeface="Arial"/>
                <a:cs typeface="Arial"/>
              </a:defRPr>
            </a:lvl1pPr>
            <a:lvl2pPr algn="l">
              <a:defRPr sz="1425" b="1">
                <a:solidFill>
                  <a:srgbClr val="FFB454"/>
                </a:solidFill>
                <a:latin typeface="Arial"/>
                <a:ea typeface="Arial"/>
                <a:cs typeface="Arial"/>
              </a:defRPr>
            </a:lvl2pPr>
            <a:lvl3pPr algn="l">
              <a:defRPr sz="1425" b="1">
                <a:solidFill>
                  <a:srgbClr val="FFB454"/>
                </a:solidFill>
                <a:latin typeface="Arial"/>
                <a:ea typeface="Arial"/>
                <a:cs typeface="Arial"/>
              </a:defRPr>
            </a:lvl3pPr>
            <a:lvl4pPr algn="l">
              <a:defRPr sz="1425" b="1">
                <a:solidFill>
                  <a:srgbClr val="FFB454"/>
                </a:solidFill>
                <a:latin typeface="Arial"/>
                <a:ea typeface="Arial"/>
                <a:cs typeface="Arial"/>
              </a:defRPr>
            </a:lvl4pPr>
            <a:lvl5pPr algn="l">
              <a:defRPr sz="1425" b="1">
                <a:solidFill>
                  <a:srgbClr val="FFB454"/>
                </a:solidFill>
                <a:latin typeface="Arial"/>
                <a:ea typeface="Arial"/>
                <a:cs typeface="Arial"/>
              </a:defRPr>
            </a:lvl5pPr>
            <a:lvl6pPr algn="l">
              <a:defRPr sz="1425" b="1">
                <a:solidFill>
                  <a:srgbClr val="FFB454"/>
                </a:solidFill>
                <a:latin typeface="Arial"/>
                <a:ea typeface="Arial"/>
                <a:cs typeface="Arial"/>
              </a:defRPr>
            </a:lvl6pPr>
            <a:lvl7pPr algn="l">
              <a:defRPr sz="1425" b="1">
                <a:solidFill>
                  <a:srgbClr val="FFB454"/>
                </a:solidFill>
                <a:latin typeface="Arial"/>
                <a:ea typeface="Arial"/>
                <a:cs typeface="Arial"/>
              </a:defRPr>
            </a:lvl7pPr>
            <a:lvl8pPr algn="l">
              <a:defRPr sz="1425" b="1">
                <a:solidFill>
                  <a:srgbClr val="FFB454"/>
                </a:solidFill>
                <a:latin typeface="Arial"/>
                <a:ea typeface="Arial"/>
                <a:cs typeface="Arial"/>
              </a:defRPr>
            </a:lvl8pPr>
            <a:lvl9pPr algn="l">
              <a:defRPr sz="1425" b="1">
                <a:solidFill>
                  <a:srgbClr val="FFB454"/>
                </a:solidFill>
                <a:latin typeface="Arial"/>
                <a:ea typeface="Arial"/>
                <a:cs typeface="Arial"/>
              </a:defRPr>
            </a:lvl9pPr>
          </a:lstStyle>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Transfer learning</a:t>
            </a:r>
          </a:p>
        </p:txBody>
      </p:sp>
      <p:sp>
        <p:nvSpPr>
          <p:cNvPr id="11" name="">
            <a:extLst xmlns:a="http://schemas.openxmlformats.org/drawingml/2006/main">
              <a:ext uri="{FF2B5EF4-FFF2-40B4-BE49-F238E27FC236}">
                <a16:creationId xmlns:a16="http://schemas.microsoft.com/office/drawing/2014/main" id="{94767648-15D6-4531-AA18-1D26593D844F}"/>
              </a:ext>
            </a:extLst>
          </p:cNvPr>
          <p:cNvSpPr>
            <a:spLocks xmlns:a="http://schemas.openxmlformats.org/drawingml/2006/main" noGrp="1"/>
          </p:cNvSpPr>
          <p:nvPr/>
        </p:nvSpPr>
        <p:spPr>
          <a:xfrm xmlns:a="http://schemas.openxmlformats.org/drawingml/2006/main">
            <a:off x="6353175" y="2124075"/>
            <a:ext cx="4905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Start with visual features learned from ImageNet, then adapt them to the project labels.</a:t>
            </a:r>
          </a:p>
        </p:txBody>
      </p:sp>
      <p:sp>
        <p:nvSpPr>
          <p:cNvPr id="12" name="">
            <a:extLst xmlns:a="http://schemas.openxmlformats.org/drawingml/2006/main">
              <a:ext uri="{FF2B5EF4-FFF2-40B4-BE49-F238E27FC236}">
                <a16:creationId xmlns:a16="http://schemas.microsoft.com/office/drawing/2014/main" id="{DFB56F24-88BD-4598-87E0-8437A90A5158}"/>
              </a:ext>
            </a:extLst>
          </p:cNvPr>
          <p:cNvSpPr>
            <a:spLocks xmlns:a="http://schemas.openxmlformats.org/drawingml/2006/main" noGrp="1"/>
          </p:cNvSpPr>
          <p:nvPr/>
        </p:nvSpPr>
        <p:spPr>
          <a:xfrm xmlns:a="http://schemas.openxmlformats.org/drawingml/2006/main">
            <a:off x="590550" y="3124200"/>
            <a:ext cx="5286375" cy="1333500"/>
          </a:xfrm>
          <a:prstGeom xmlns:a="http://schemas.openxmlformats.org/drawingml/2006/main" prst="roundRect">
            <a:avLst>
              <a:gd name="adj" fmla="val 5714"/>
            </a:avLst>
          </a:prstGeom>
          <a:solidFill xmlns:a="http://schemas.openxmlformats.org/drawingml/2006/main">
            <a:srgbClr val="192630"/>
          </a:solidFill>
          <a:ln xmlns:a="http://schemas.openxmlformats.org/drawingml/2006/main" w="9525">
            <a:solidFill>
              <a:srgbClr val="40515B"/>
            </a:solidFill>
            <a:prstDash val="solid"/>
          </a:ln>
        </p:spPr>
      </p:sp>
      <p:sp>
        <p:nvSpPr>
          <p:cNvPr id="13" name="">
            <a:extLst xmlns:a="http://schemas.openxmlformats.org/drawingml/2006/main">
              <a:ext uri="{FF2B5EF4-FFF2-40B4-BE49-F238E27FC236}">
                <a16:creationId xmlns:a16="http://schemas.microsoft.com/office/drawing/2014/main" id="{F4495AFD-F3B0-4015-B744-512AEA07152F}"/>
              </a:ext>
            </a:extLst>
          </p:cNvPr>
          <p:cNvSpPr>
            <a:spLocks xmlns:a="http://schemas.openxmlformats.org/drawingml/2006/main" noGrp="1"/>
          </p:cNvSpPr>
          <p:nvPr/>
        </p:nvSpPr>
        <p:spPr>
          <a:xfrm xmlns:a="http://schemas.openxmlformats.org/drawingml/2006/main">
            <a:off x="781050" y="3276600"/>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Fine-tuning</a:t>
            </a:r>
          </a:p>
        </p:txBody>
      </p:sp>
      <p:sp>
        <p:nvSpPr>
          <p:cNvPr id="14" name="">
            <a:extLst xmlns:a="http://schemas.openxmlformats.org/drawingml/2006/main">
              <a:ext uri="{FF2B5EF4-FFF2-40B4-BE49-F238E27FC236}">
                <a16:creationId xmlns:a16="http://schemas.microsoft.com/office/drawing/2014/main" id="{F3C40120-553C-479E-9035-2235476E8D5E}"/>
              </a:ext>
            </a:extLst>
          </p:cNvPr>
          <p:cNvSpPr>
            <a:spLocks xmlns:a="http://schemas.openxmlformats.org/drawingml/2006/main" noGrp="1"/>
          </p:cNvSpPr>
          <p:nvPr/>
        </p:nvSpPr>
        <p:spPr>
          <a:xfrm xmlns:a="http://schemas.openxmlformats.org/drawingml/2006/main">
            <a:off x="781050" y="3648075"/>
            <a:ext cx="4905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Update the classifier first, then selected upper CNN blocks with project images.</a:t>
            </a:r>
          </a:p>
        </p:txBody>
      </p:sp>
      <p:sp>
        <p:nvSpPr>
          <p:cNvPr id="15" name="">
            <a:extLst xmlns:a="http://schemas.openxmlformats.org/drawingml/2006/main">
              <a:ext uri="{FF2B5EF4-FFF2-40B4-BE49-F238E27FC236}">
                <a16:creationId xmlns:a16="http://schemas.microsoft.com/office/drawing/2014/main" id="{73944EE9-C766-4BDD-8169-D7F6FB63E54D}"/>
              </a:ext>
            </a:extLst>
          </p:cNvPr>
          <p:cNvSpPr>
            <a:spLocks xmlns:a="http://schemas.openxmlformats.org/drawingml/2006/main" noGrp="1"/>
          </p:cNvSpPr>
          <p:nvPr/>
        </p:nvSpPr>
        <p:spPr>
          <a:xfrm xmlns:a="http://schemas.openxmlformats.org/drawingml/2006/main">
            <a:off x="6162675" y="3124200"/>
            <a:ext cx="5286375" cy="1333500"/>
          </a:xfrm>
          <a:prstGeom xmlns:a="http://schemas.openxmlformats.org/drawingml/2006/main" prst="roundRect">
            <a:avLst>
              <a:gd name="adj" fmla="val 5714"/>
            </a:avLst>
          </a:prstGeom>
          <a:solidFill xmlns:a="http://schemas.openxmlformats.org/drawingml/2006/main">
            <a:srgbClr val="192630"/>
          </a:solidFill>
          <a:ln xmlns:a="http://schemas.openxmlformats.org/drawingml/2006/main" w="9525">
            <a:solidFill>
              <a:srgbClr val="40515B"/>
            </a:solidFill>
            <a:prstDash val="solid"/>
          </a:ln>
        </p:spPr>
      </p:sp>
      <p:sp>
        <p:nvSpPr>
          <p:cNvPr id="16" name="">
            <a:extLst xmlns:a="http://schemas.openxmlformats.org/drawingml/2006/main">
              <a:ext uri="{FF2B5EF4-FFF2-40B4-BE49-F238E27FC236}">
                <a16:creationId xmlns:a16="http://schemas.microsoft.com/office/drawing/2014/main" id="{4970BB98-55C1-4027-9D3E-CD0B0EF6D211}"/>
              </a:ext>
            </a:extLst>
          </p:cNvPr>
          <p:cNvSpPr>
            <a:spLocks xmlns:a="http://schemas.openxmlformats.org/drawingml/2006/main" noGrp="1"/>
          </p:cNvSpPr>
          <p:nvPr/>
        </p:nvSpPr>
        <p:spPr>
          <a:xfrm xmlns:a="http://schemas.openxmlformats.org/drawingml/2006/main">
            <a:off x="6353175" y="3276600"/>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B454"/>
                </a:solidFill>
                <a:latin typeface="Arial"/>
                <a:ea typeface="Arial"/>
                <a:cs typeface="Arial"/>
              </a:defRPr>
            </a:defPPr>
            <a:lvl1pPr algn="l">
              <a:defRPr sz="1425" b="1">
                <a:solidFill>
                  <a:srgbClr val="FFB454"/>
                </a:solidFill>
                <a:latin typeface="Arial"/>
                <a:ea typeface="Arial"/>
                <a:cs typeface="Arial"/>
              </a:defRPr>
            </a:lvl1pPr>
            <a:lvl2pPr algn="l">
              <a:defRPr sz="1425" b="1">
                <a:solidFill>
                  <a:srgbClr val="FFB454"/>
                </a:solidFill>
                <a:latin typeface="Arial"/>
                <a:ea typeface="Arial"/>
                <a:cs typeface="Arial"/>
              </a:defRPr>
            </a:lvl2pPr>
            <a:lvl3pPr algn="l">
              <a:defRPr sz="1425" b="1">
                <a:solidFill>
                  <a:srgbClr val="FFB454"/>
                </a:solidFill>
                <a:latin typeface="Arial"/>
                <a:ea typeface="Arial"/>
                <a:cs typeface="Arial"/>
              </a:defRPr>
            </a:lvl3pPr>
            <a:lvl4pPr algn="l">
              <a:defRPr sz="1425" b="1">
                <a:solidFill>
                  <a:srgbClr val="FFB454"/>
                </a:solidFill>
                <a:latin typeface="Arial"/>
                <a:ea typeface="Arial"/>
                <a:cs typeface="Arial"/>
              </a:defRPr>
            </a:lvl4pPr>
            <a:lvl5pPr algn="l">
              <a:defRPr sz="1425" b="1">
                <a:solidFill>
                  <a:srgbClr val="FFB454"/>
                </a:solidFill>
                <a:latin typeface="Arial"/>
                <a:ea typeface="Arial"/>
                <a:cs typeface="Arial"/>
              </a:defRPr>
            </a:lvl5pPr>
            <a:lvl6pPr algn="l">
              <a:defRPr sz="1425" b="1">
                <a:solidFill>
                  <a:srgbClr val="FFB454"/>
                </a:solidFill>
                <a:latin typeface="Arial"/>
                <a:ea typeface="Arial"/>
                <a:cs typeface="Arial"/>
              </a:defRPr>
            </a:lvl6pPr>
            <a:lvl7pPr algn="l">
              <a:defRPr sz="1425" b="1">
                <a:solidFill>
                  <a:srgbClr val="FFB454"/>
                </a:solidFill>
                <a:latin typeface="Arial"/>
                <a:ea typeface="Arial"/>
                <a:cs typeface="Arial"/>
              </a:defRPr>
            </a:lvl7pPr>
            <a:lvl8pPr algn="l">
              <a:defRPr sz="1425" b="1">
                <a:solidFill>
                  <a:srgbClr val="FFB454"/>
                </a:solidFill>
                <a:latin typeface="Arial"/>
                <a:ea typeface="Arial"/>
                <a:cs typeface="Arial"/>
              </a:defRPr>
            </a:lvl8pPr>
            <a:lvl9pPr algn="l">
              <a:defRPr sz="1425" b="1">
                <a:solidFill>
                  <a:srgbClr val="FFB454"/>
                </a:solidFill>
                <a:latin typeface="Arial"/>
                <a:ea typeface="Arial"/>
                <a:cs typeface="Arial"/>
              </a:defRPr>
            </a:lvl9pPr>
          </a:lstStyle>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Logits &amp; softmax</a:t>
            </a:r>
          </a:p>
        </p:txBody>
      </p:sp>
      <p:sp>
        <p:nvSpPr>
          <p:cNvPr id="17" name="">
            <a:extLst xmlns:a="http://schemas.openxmlformats.org/drawingml/2006/main">
              <a:ext uri="{FF2B5EF4-FFF2-40B4-BE49-F238E27FC236}">
                <a16:creationId xmlns:a16="http://schemas.microsoft.com/office/drawing/2014/main" id="{F7338238-4E33-4888-845E-A381C170675B}"/>
              </a:ext>
            </a:extLst>
          </p:cNvPr>
          <p:cNvSpPr>
            <a:spLocks xmlns:a="http://schemas.openxmlformats.org/drawingml/2006/main" noGrp="1"/>
          </p:cNvSpPr>
          <p:nvPr/>
        </p:nvSpPr>
        <p:spPr>
          <a:xfrm xmlns:a="http://schemas.openxmlformats.org/drawingml/2006/main">
            <a:off x="6353175" y="3648075"/>
            <a:ext cx="4905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The head produces two scores; softmax converts them to relative scores. They are not calibrated probabilities.</a:t>
            </a:r>
          </a:p>
        </p:txBody>
      </p:sp>
      <p:sp>
        <p:nvSpPr>
          <p:cNvPr id="18" name="">
            <a:extLst xmlns:a="http://schemas.openxmlformats.org/drawingml/2006/main">
              <a:ext uri="{FF2B5EF4-FFF2-40B4-BE49-F238E27FC236}">
                <a16:creationId xmlns:a16="http://schemas.microsoft.com/office/drawing/2014/main" id="{63C0FA53-43C2-4EED-88CC-927351A74148}"/>
              </a:ext>
            </a:extLst>
          </p:cNvPr>
          <p:cNvSpPr>
            <a:spLocks xmlns:a="http://schemas.openxmlformats.org/drawingml/2006/main" noGrp="1"/>
          </p:cNvSpPr>
          <p:nvPr/>
        </p:nvSpPr>
        <p:spPr>
          <a:xfrm xmlns:a="http://schemas.openxmlformats.org/drawingml/2006/main">
            <a:off x="590550" y="4648200"/>
            <a:ext cx="5286375" cy="1333500"/>
          </a:xfrm>
          <a:prstGeom xmlns:a="http://schemas.openxmlformats.org/drawingml/2006/main" prst="roundRect">
            <a:avLst>
              <a:gd name="adj" fmla="val 5714"/>
            </a:avLst>
          </a:prstGeom>
          <a:solidFill xmlns:a="http://schemas.openxmlformats.org/drawingml/2006/main">
            <a:srgbClr val="192630"/>
          </a:solidFill>
          <a:ln xmlns:a="http://schemas.openxmlformats.org/drawingml/2006/main" w="9525">
            <a:solidFill>
              <a:srgbClr val="40515B"/>
            </a:solidFill>
            <a:prstDash val="solid"/>
          </a:ln>
        </p:spPr>
      </p:sp>
      <p:sp>
        <p:nvSpPr>
          <p:cNvPr id="19" name="">
            <a:extLst xmlns:a="http://schemas.openxmlformats.org/drawingml/2006/main">
              <a:ext uri="{FF2B5EF4-FFF2-40B4-BE49-F238E27FC236}">
                <a16:creationId xmlns:a16="http://schemas.microsoft.com/office/drawing/2014/main" id="{23353EF3-16FF-48A7-94B6-12BD16324EA9}"/>
              </a:ext>
            </a:extLst>
          </p:cNvPr>
          <p:cNvSpPr>
            <a:spLocks xmlns:a="http://schemas.openxmlformats.org/drawingml/2006/main" noGrp="1"/>
          </p:cNvSpPr>
          <p:nvPr/>
        </p:nvSpPr>
        <p:spPr>
          <a:xfrm xmlns:a="http://schemas.openxmlformats.org/drawingml/2006/main">
            <a:off x="781050" y="4800600"/>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Grad-CAM</a:t>
            </a:r>
          </a:p>
        </p:txBody>
      </p:sp>
      <p:sp>
        <p:nvSpPr>
          <p:cNvPr id="20" name="">
            <a:extLst xmlns:a="http://schemas.openxmlformats.org/drawingml/2006/main">
              <a:ext uri="{FF2B5EF4-FFF2-40B4-BE49-F238E27FC236}">
                <a16:creationId xmlns:a16="http://schemas.microsoft.com/office/drawing/2014/main" id="{C57F1D07-CCDD-443F-9988-4DD112EE4C75}"/>
              </a:ext>
            </a:extLst>
          </p:cNvPr>
          <p:cNvSpPr>
            <a:spLocks xmlns:a="http://schemas.openxmlformats.org/drawingml/2006/main" noGrp="1"/>
          </p:cNvSpPr>
          <p:nvPr/>
        </p:nvSpPr>
        <p:spPr>
          <a:xfrm xmlns:a="http://schemas.openxmlformats.org/drawingml/2006/main">
            <a:off x="781050" y="5172075"/>
            <a:ext cx="4905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A heatmap marks image areas associated with a chosen CNN score; it is not causal evidence.</a:t>
            </a:r>
          </a:p>
        </p:txBody>
      </p:sp>
      <p:sp>
        <p:nvSpPr>
          <p:cNvPr id="21" name="">
            <a:extLst xmlns:a="http://schemas.openxmlformats.org/drawingml/2006/main">
              <a:ext uri="{FF2B5EF4-FFF2-40B4-BE49-F238E27FC236}">
                <a16:creationId xmlns:a16="http://schemas.microsoft.com/office/drawing/2014/main" id="{1FD7EEBC-BB45-4B4E-AEAC-3F63AFE4394D}"/>
              </a:ext>
            </a:extLst>
          </p:cNvPr>
          <p:cNvSpPr>
            <a:spLocks xmlns:a="http://schemas.openxmlformats.org/drawingml/2006/main" noGrp="1"/>
          </p:cNvSpPr>
          <p:nvPr/>
        </p:nvSpPr>
        <p:spPr>
          <a:xfrm xmlns:a="http://schemas.openxmlformats.org/drawingml/2006/main">
            <a:off x="6162675" y="4648200"/>
            <a:ext cx="5286375" cy="1333500"/>
          </a:xfrm>
          <a:prstGeom xmlns:a="http://schemas.openxmlformats.org/drawingml/2006/main" prst="roundRect">
            <a:avLst>
              <a:gd name="adj" fmla="val 5714"/>
            </a:avLst>
          </a:prstGeom>
          <a:solidFill xmlns:a="http://schemas.openxmlformats.org/drawingml/2006/main">
            <a:srgbClr val="192630"/>
          </a:solidFill>
          <a:ln xmlns:a="http://schemas.openxmlformats.org/drawingml/2006/main" w="9525">
            <a:solidFill>
              <a:srgbClr val="40515B"/>
            </a:solidFill>
            <a:prstDash val="solid"/>
          </a:ln>
        </p:spPr>
      </p:sp>
      <p:sp>
        <p:nvSpPr>
          <p:cNvPr id="22" name="">
            <a:extLst xmlns:a="http://schemas.openxmlformats.org/drawingml/2006/main">
              <a:ext uri="{FF2B5EF4-FFF2-40B4-BE49-F238E27FC236}">
                <a16:creationId xmlns:a16="http://schemas.microsoft.com/office/drawing/2014/main" id="{79649B41-0F77-475B-83D2-1D460D459FC1}"/>
              </a:ext>
            </a:extLst>
          </p:cNvPr>
          <p:cNvSpPr>
            <a:spLocks xmlns:a="http://schemas.openxmlformats.org/drawingml/2006/main" noGrp="1"/>
          </p:cNvSpPr>
          <p:nvPr/>
        </p:nvSpPr>
        <p:spPr>
          <a:xfrm xmlns:a="http://schemas.openxmlformats.org/drawingml/2006/main">
            <a:off x="6353175" y="4800600"/>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B454"/>
                </a:solidFill>
                <a:latin typeface="Arial"/>
                <a:ea typeface="Arial"/>
                <a:cs typeface="Arial"/>
              </a:defRPr>
            </a:defPPr>
            <a:lvl1pPr algn="l">
              <a:defRPr sz="1425" b="1">
                <a:solidFill>
                  <a:srgbClr val="FFB454"/>
                </a:solidFill>
                <a:latin typeface="Arial"/>
                <a:ea typeface="Arial"/>
                <a:cs typeface="Arial"/>
              </a:defRPr>
            </a:lvl1pPr>
            <a:lvl2pPr algn="l">
              <a:defRPr sz="1425" b="1">
                <a:solidFill>
                  <a:srgbClr val="FFB454"/>
                </a:solidFill>
                <a:latin typeface="Arial"/>
                <a:ea typeface="Arial"/>
                <a:cs typeface="Arial"/>
              </a:defRPr>
            </a:lvl2pPr>
            <a:lvl3pPr algn="l">
              <a:defRPr sz="1425" b="1">
                <a:solidFill>
                  <a:srgbClr val="FFB454"/>
                </a:solidFill>
                <a:latin typeface="Arial"/>
                <a:ea typeface="Arial"/>
                <a:cs typeface="Arial"/>
              </a:defRPr>
            </a:lvl3pPr>
            <a:lvl4pPr algn="l">
              <a:defRPr sz="1425" b="1">
                <a:solidFill>
                  <a:srgbClr val="FFB454"/>
                </a:solidFill>
                <a:latin typeface="Arial"/>
                <a:ea typeface="Arial"/>
                <a:cs typeface="Arial"/>
              </a:defRPr>
            </a:lvl4pPr>
            <a:lvl5pPr algn="l">
              <a:defRPr sz="1425" b="1">
                <a:solidFill>
                  <a:srgbClr val="FFB454"/>
                </a:solidFill>
                <a:latin typeface="Arial"/>
                <a:ea typeface="Arial"/>
                <a:cs typeface="Arial"/>
              </a:defRPr>
            </a:lvl5pPr>
            <a:lvl6pPr algn="l">
              <a:defRPr sz="1425" b="1">
                <a:solidFill>
                  <a:srgbClr val="FFB454"/>
                </a:solidFill>
                <a:latin typeface="Arial"/>
                <a:ea typeface="Arial"/>
                <a:cs typeface="Arial"/>
              </a:defRPr>
            </a:lvl6pPr>
            <a:lvl7pPr algn="l">
              <a:defRPr sz="1425" b="1">
                <a:solidFill>
                  <a:srgbClr val="FFB454"/>
                </a:solidFill>
                <a:latin typeface="Arial"/>
                <a:ea typeface="Arial"/>
                <a:cs typeface="Arial"/>
              </a:defRPr>
            </a:lvl7pPr>
            <a:lvl8pPr algn="l">
              <a:defRPr sz="1425" b="1">
                <a:solidFill>
                  <a:srgbClr val="FFB454"/>
                </a:solidFill>
                <a:latin typeface="Arial"/>
                <a:ea typeface="Arial"/>
                <a:cs typeface="Arial"/>
              </a:defRPr>
            </a:lvl8pPr>
            <a:lvl9pPr algn="l">
              <a:defRPr sz="1425" b="1">
                <a:solidFill>
                  <a:srgbClr val="FFB454"/>
                </a:solidFill>
                <a:latin typeface="Arial"/>
                <a:ea typeface="Arial"/>
                <a:cs typeface="Arial"/>
              </a:defRPr>
            </a:lvl9pPr>
          </a:lstStyle>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ELA / FFT</a:t>
            </a:r>
          </a:p>
        </p:txBody>
      </p:sp>
      <p:sp>
        <p:nvSpPr>
          <p:cNvPr id="23" name="">
            <a:extLst xmlns:a="http://schemas.openxmlformats.org/drawingml/2006/main">
              <a:ext uri="{FF2B5EF4-FFF2-40B4-BE49-F238E27FC236}">
                <a16:creationId xmlns:a16="http://schemas.microsoft.com/office/drawing/2014/main" id="{1623AA92-797D-4A15-AAF2-12A7AFA9E21F}"/>
              </a:ext>
            </a:extLst>
          </p:cNvPr>
          <p:cNvSpPr>
            <a:spLocks xmlns:a="http://schemas.openxmlformats.org/drawingml/2006/main" noGrp="1"/>
          </p:cNvSpPr>
          <p:nvPr/>
        </p:nvSpPr>
        <p:spPr>
          <a:xfrm xmlns:a="http://schemas.openxmlformats.org/drawingml/2006/main">
            <a:off x="6353175" y="5172075"/>
            <a:ext cx="4905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ELA compares JPEG recompression differences; FFT summarizes frequency patterns. Both are exploratory signals.</a:t>
            </a:r>
          </a:p>
        </p:txBody>
      </p:sp>
    </p:spTree>
    <p:extLst>
      <p:ext uri="{BB962C8B-B14F-4D97-AF65-F5344CB8AC3E}">
        <p14:creationId xmlns:p14="http://schemas.microsoft.com/office/powerpoint/2010/main" val="449912415"/>
      </p:ext>
    </p:extLst>
  </p:cSld>
</p:sld>
</file>

<file path=ppt/slides/slide8.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07D7FDE-E1B5-48B7-A61E-596F059F72E1}"/>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07  /  DATA</a:t>
            </a:r>
          </a:p>
        </p:txBody>
      </p:sp>
      <p:sp>
        <p:nvSpPr>
          <p:cNvPr id="2" name="">
            <a:extLst xmlns:a="http://schemas.openxmlformats.org/drawingml/2006/main">
              <a:ext uri="{FF2B5EF4-FFF2-40B4-BE49-F238E27FC236}">
                <a16:creationId xmlns:a16="http://schemas.microsoft.com/office/drawing/2014/main" id="{EE906653-79C1-4AFE-837C-2FFD405A56ED}"/>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Dataset: demo checkpoint and research workflow</a:t>
            </a:r>
          </a:p>
        </p:txBody>
      </p:sp>
      <p:sp>
        <p:nvSpPr>
          <p:cNvPr id="3" name="">
            <a:extLst xmlns:a="http://schemas.openxmlformats.org/drawingml/2006/main">
              <a:ext uri="{FF2B5EF4-FFF2-40B4-BE49-F238E27FC236}">
                <a16:creationId xmlns:a16="http://schemas.microsoft.com/office/drawing/2014/main" id="{6DDD6B85-BBEB-4179-8DD6-0AC1746B0467}"/>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1CBDA850-DF57-4F6A-8BB0-877FFEFAAD39}"/>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5DC3AFC1-BF1D-4E76-823C-D98ED86359F0}"/>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368F8FDB-F075-45B3-9085-DCD4CF4D04B0}"/>
              </a:ext>
            </a:extLst>
          </p:cNvPr>
          <p:cNvSpPr>
            <a:spLocks xmlns:a="http://schemas.openxmlformats.org/drawingml/2006/main" noGrp="1"/>
          </p:cNvSpPr>
          <p:nvPr/>
        </p:nvSpPr>
        <p:spPr>
          <a:xfrm xmlns:a="http://schemas.openxmlformats.org/drawingml/2006/main">
            <a:off x="590550" y="1571625"/>
            <a:ext cx="5286375" cy="3714750"/>
          </a:xfrm>
          <a:prstGeom xmlns:a="http://schemas.openxmlformats.org/drawingml/2006/main" prst="roundRect">
            <a:avLst>
              <a:gd name="adj" fmla="val 2051"/>
            </a:avLst>
          </a:prstGeom>
          <a:solidFill xmlns:a="http://schemas.openxmlformats.org/drawingml/2006/main">
            <a:srgbClr val="192630"/>
          </a:solidFill>
          <a:ln xmlns:a="http://schemas.openxmlformats.org/drawingml/2006/main" w="9525">
            <a:solidFill>
              <a:srgbClr val="40515B"/>
            </a:solidFill>
            <a:prstDash val="solid"/>
          </a:ln>
        </p:spPr>
      </p:sp>
      <p:sp>
        <p:nvSpPr>
          <p:cNvPr id="7" name="">
            <a:extLst xmlns:a="http://schemas.openxmlformats.org/drawingml/2006/main">
              <a:ext uri="{FF2B5EF4-FFF2-40B4-BE49-F238E27FC236}">
                <a16:creationId xmlns:a16="http://schemas.microsoft.com/office/drawing/2014/main" id="{CBEAE86C-FB56-422B-A5E8-60207195CD1F}"/>
              </a:ext>
            </a:extLst>
          </p:cNvPr>
          <p:cNvSpPr>
            <a:spLocks xmlns:a="http://schemas.openxmlformats.org/drawingml/2006/main" noGrp="1"/>
          </p:cNvSpPr>
          <p:nvPr/>
        </p:nvSpPr>
        <p:spPr>
          <a:xfrm xmlns:a="http://schemas.openxmlformats.org/drawingml/2006/main">
            <a:off x="819150" y="1762125"/>
            <a:ext cx="481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CURRENT DEMO CHECKPOINT</a:t>
            </a:r>
          </a:p>
        </p:txBody>
      </p:sp>
      <p:sp>
        <p:nvSpPr>
          <p:cNvPr id="8" name="">
            <a:extLst xmlns:a="http://schemas.openxmlformats.org/drawingml/2006/main">
              <a:ext uri="{FF2B5EF4-FFF2-40B4-BE49-F238E27FC236}">
                <a16:creationId xmlns:a16="http://schemas.microsoft.com/office/drawing/2014/main" id="{12319785-0CD2-4257-A2E4-2D2991984FC5}"/>
              </a:ext>
            </a:extLst>
          </p:cNvPr>
          <p:cNvSpPr>
            <a:spLocks xmlns:a="http://schemas.openxmlformats.org/drawingml/2006/main" noGrp="1"/>
          </p:cNvSpPr>
          <p:nvPr/>
        </p:nvSpPr>
        <p:spPr>
          <a:xfrm xmlns:a="http://schemas.openxmlformats.org/drawingml/2006/main">
            <a:off x="838200" y="2257425"/>
            <a:ext cx="4714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325" b="1">
                <a:solidFill>
                  <a:srgbClr val="F3F5F6"/>
                </a:solidFill>
                <a:latin typeface="Arial"/>
                <a:ea typeface="Arial"/>
                <a:cs typeface="Arial"/>
              </a:defRPr>
            </a:defPPr>
            <a:lvl1pPr algn="l">
              <a:defRPr sz="2325" b="1">
                <a:solidFill>
                  <a:srgbClr val="F3F5F6"/>
                </a:solidFill>
                <a:latin typeface="Arial"/>
                <a:ea typeface="Arial"/>
                <a:cs typeface="Arial"/>
              </a:defRPr>
            </a:lvl1pPr>
            <a:lvl2pPr algn="l">
              <a:defRPr sz="2325" b="1">
                <a:solidFill>
                  <a:srgbClr val="F3F5F6"/>
                </a:solidFill>
                <a:latin typeface="Arial"/>
                <a:ea typeface="Arial"/>
                <a:cs typeface="Arial"/>
              </a:defRPr>
            </a:lvl2pPr>
            <a:lvl3pPr algn="l">
              <a:defRPr sz="2325" b="1">
                <a:solidFill>
                  <a:srgbClr val="F3F5F6"/>
                </a:solidFill>
                <a:latin typeface="Arial"/>
                <a:ea typeface="Arial"/>
                <a:cs typeface="Arial"/>
              </a:defRPr>
            </a:lvl3pPr>
            <a:lvl4pPr algn="l">
              <a:defRPr sz="2325" b="1">
                <a:solidFill>
                  <a:srgbClr val="F3F5F6"/>
                </a:solidFill>
                <a:latin typeface="Arial"/>
                <a:ea typeface="Arial"/>
                <a:cs typeface="Arial"/>
              </a:defRPr>
            </a:lvl4pPr>
            <a:lvl5pPr algn="l">
              <a:defRPr sz="2325" b="1">
                <a:solidFill>
                  <a:srgbClr val="F3F5F6"/>
                </a:solidFill>
                <a:latin typeface="Arial"/>
                <a:ea typeface="Arial"/>
                <a:cs typeface="Arial"/>
              </a:defRPr>
            </a:lvl5pPr>
            <a:lvl6pPr algn="l">
              <a:defRPr sz="2325" b="1">
                <a:solidFill>
                  <a:srgbClr val="F3F5F6"/>
                </a:solidFill>
                <a:latin typeface="Arial"/>
                <a:ea typeface="Arial"/>
                <a:cs typeface="Arial"/>
              </a:defRPr>
            </a:lvl6pPr>
            <a:lvl7pPr algn="l">
              <a:defRPr sz="2325" b="1">
                <a:solidFill>
                  <a:srgbClr val="F3F5F6"/>
                </a:solidFill>
                <a:latin typeface="Arial"/>
                <a:ea typeface="Arial"/>
                <a:cs typeface="Arial"/>
              </a:defRPr>
            </a:lvl7pPr>
            <a:lvl8pPr algn="l">
              <a:defRPr sz="2325" b="1">
                <a:solidFill>
                  <a:srgbClr val="F3F5F6"/>
                </a:solidFill>
                <a:latin typeface="Arial"/>
                <a:ea typeface="Arial"/>
                <a:cs typeface="Arial"/>
              </a:defRPr>
            </a:lvl8pPr>
            <a:lvl9pPr algn="l">
              <a:defRPr sz="2325" b="1">
                <a:solidFill>
                  <a:srgbClr val="F3F5F6"/>
                </a:solidFill>
                <a:latin typeface="Arial"/>
                <a:ea typeface="Arial"/>
                <a:cs typeface="Arial"/>
              </a:defRPr>
            </a:lvl9pPr>
          </a:lstStyle>
          <a:p xmlns:a="http://schemas.openxmlformats.org/drawingml/2006/main">
            <a:pPr algn="l">
              <a:defRPr sz="2325" b="1">
                <a:solidFill>
                  <a:srgbClr val="F3F5F6"/>
                </a:solidFill>
                <a:latin typeface="Arial"/>
                <a:ea typeface="Arial"/>
                <a:cs typeface="Arial"/>
              </a:defRPr>
            </a:pPr>
            <a:r>
              <a:rPr sz="2325" b="1">
                <a:solidFill>
                  <a:srgbClr val="F3F5F6"/>
                </a:solidFill>
                <a:latin typeface="Arial"/>
                <a:ea typeface="Arial"/>
                <a:cs typeface="Arial"/>
              </a:rPr>
              <a:t>17 labeled images</a:t>
            </a:r>
          </a:p>
        </p:txBody>
      </p:sp>
      <p:sp>
        <p:nvSpPr>
          <p:cNvPr id="9" name="">
            <a:extLst xmlns:a="http://schemas.openxmlformats.org/drawingml/2006/main">
              <a:ext uri="{FF2B5EF4-FFF2-40B4-BE49-F238E27FC236}">
                <a16:creationId xmlns:a16="http://schemas.microsoft.com/office/drawing/2014/main" id="{046EFAE9-46C9-4FE2-B463-453D751F027E}"/>
              </a:ext>
            </a:extLst>
          </p:cNvPr>
          <p:cNvSpPr>
            <a:spLocks xmlns:a="http://schemas.openxmlformats.org/drawingml/2006/main" noGrp="1"/>
          </p:cNvSpPr>
          <p:nvPr/>
        </p:nvSpPr>
        <p:spPr>
          <a:xfrm xmlns:a="http://schemas.openxmlformats.org/drawingml/2006/main">
            <a:off x="838200" y="2895600"/>
            <a:ext cx="2571750" cy="438150"/>
          </a:xfrm>
          <a:prstGeom xmlns:a="http://schemas.openxmlformats.org/drawingml/2006/main" prst="roundRect">
            <a:avLst>
              <a:gd name="adj" fmla="val 17391"/>
            </a:avLst>
          </a:prstGeom>
          <a:solidFill xmlns:a="http://schemas.openxmlformats.org/drawingml/2006/main">
            <a:srgbClr val="223440"/>
          </a:solidFill>
          <a:ln xmlns:a="http://schemas.openxmlformats.org/drawingml/2006/main" w="9525">
            <a:solidFill>
              <a:srgbClr val="40515B"/>
            </a:solidFill>
            <a:prstDash val="solid"/>
          </a:ln>
        </p:spPr>
      </p:sp>
      <p:sp>
        <p:nvSpPr>
          <p:cNvPr id="10" name="">
            <a:extLst xmlns:a="http://schemas.openxmlformats.org/drawingml/2006/main">
              <a:ext uri="{FF2B5EF4-FFF2-40B4-BE49-F238E27FC236}">
                <a16:creationId xmlns:a16="http://schemas.microsoft.com/office/drawing/2014/main" id="{09A4B6A2-CF64-4A60-A72A-A53E261F790F}"/>
              </a:ext>
            </a:extLst>
          </p:cNvPr>
          <p:cNvSpPr>
            <a:spLocks xmlns:a="http://schemas.openxmlformats.org/drawingml/2006/main" noGrp="1"/>
          </p:cNvSpPr>
          <p:nvPr/>
        </p:nvSpPr>
        <p:spPr>
          <a:xfrm xmlns:a="http://schemas.openxmlformats.org/drawingml/2006/main">
            <a:off x="962025" y="29718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3F5F6"/>
                </a:solidFill>
                <a:latin typeface="Arial"/>
                <a:ea typeface="Arial"/>
                <a:cs typeface="Arial"/>
              </a:defRPr>
            </a:defPPr>
            <a:lvl1pPr algn="l">
              <a:defRPr sz="1275" b="1">
                <a:solidFill>
                  <a:srgbClr val="F3F5F6"/>
                </a:solidFill>
                <a:latin typeface="Arial"/>
                <a:ea typeface="Arial"/>
                <a:cs typeface="Arial"/>
              </a:defRPr>
            </a:lvl1pPr>
            <a:lvl2pPr algn="l">
              <a:defRPr sz="1275" b="1">
                <a:solidFill>
                  <a:srgbClr val="F3F5F6"/>
                </a:solidFill>
                <a:latin typeface="Arial"/>
                <a:ea typeface="Arial"/>
                <a:cs typeface="Arial"/>
              </a:defRPr>
            </a:lvl2pPr>
            <a:lvl3pPr algn="l">
              <a:defRPr sz="1275" b="1">
                <a:solidFill>
                  <a:srgbClr val="F3F5F6"/>
                </a:solidFill>
                <a:latin typeface="Arial"/>
                <a:ea typeface="Arial"/>
                <a:cs typeface="Arial"/>
              </a:defRPr>
            </a:lvl3pPr>
            <a:lvl4pPr algn="l">
              <a:defRPr sz="1275" b="1">
                <a:solidFill>
                  <a:srgbClr val="F3F5F6"/>
                </a:solidFill>
                <a:latin typeface="Arial"/>
                <a:ea typeface="Arial"/>
                <a:cs typeface="Arial"/>
              </a:defRPr>
            </a:lvl4pPr>
            <a:lvl5pPr algn="l">
              <a:defRPr sz="1275" b="1">
                <a:solidFill>
                  <a:srgbClr val="F3F5F6"/>
                </a:solidFill>
                <a:latin typeface="Arial"/>
                <a:ea typeface="Arial"/>
                <a:cs typeface="Arial"/>
              </a:defRPr>
            </a:lvl5pPr>
            <a:lvl6pPr algn="l">
              <a:defRPr sz="1275" b="1">
                <a:solidFill>
                  <a:srgbClr val="F3F5F6"/>
                </a:solidFill>
                <a:latin typeface="Arial"/>
                <a:ea typeface="Arial"/>
                <a:cs typeface="Arial"/>
              </a:defRPr>
            </a:lvl6pPr>
            <a:lvl7pPr algn="l">
              <a:defRPr sz="1275" b="1">
                <a:solidFill>
                  <a:srgbClr val="F3F5F6"/>
                </a:solidFill>
                <a:latin typeface="Arial"/>
                <a:ea typeface="Arial"/>
                <a:cs typeface="Arial"/>
              </a:defRPr>
            </a:lvl7pPr>
            <a:lvl8pPr algn="l">
              <a:defRPr sz="1275" b="1">
                <a:solidFill>
                  <a:srgbClr val="F3F5F6"/>
                </a:solidFill>
                <a:latin typeface="Arial"/>
                <a:ea typeface="Arial"/>
                <a:cs typeface="Arial"/>
              </a:defRPr>
            </a:lvl8pPr>
            <a:lvl9pPr algn="l">
              <a:defRPr sz="1275" b="1">
                <a:solidFill>
                  <a:srgbClr val="F3F5F6"/>
                </a:solidFill>
                <a:latin typeface="Arial"/>
                <a:ea typeface="Arial"/>
                <a:cs typeface="Arial"/>
              </a:defRPr>
            </a:lvl9pPr>
          </a:lstStyle>
          <a:p xmlns:a="http://schemas.openxmlformats.org/drawingml/2006/main">
            <a:pPr algn="l">
              <a:defRPr sz="1275" b="1">
                <a:solidFill>
                  <a:srgbClr val="F3F5F6"/>
                </a:solidFill>
                <a:latin typeface="Arial"/>
                <a:ea typeface="Arial"/>
                <a:cs typeface="Arial"/>
              </a:defRPr>
            </a:pPr>
            <a:r>
              <a:rPr sz="1275" b="1">
                <a:solidFill>
                  <a:srgbClr val="F3F5F6"/>
                </a:solidFill>
                <a:latin typeface="Arial"/>
                <a:ea typeface="Arial"/>
                <a:cs typeface="Arial"/>
              </a:rPr>
              <a:t>10  genuine  ·  gimg/</a:t>
            </a:r>
          </a:p>
        </p:txBody>
      </p:sp>
      <p:sp>
        <p:nvSpPr>
          <p:cNvPr id="11" name="">
            <a:extLst xmlns:a="http://schemas.openxmlformats.org/drawingml/2006/main">
              <a:ext uri="{FF2B5EF4-FFF2-40B4-BE49-F238E27FC236}">
                <a16:creationId xmlns:a16="http://schemas.microsoft.com/office/drawing/2014/main" id="{4827ABAD-A2CE-4B5E-92A3-A23ADB11946F}"/>
              </a:ext>
            </a:extLst>
          </p:cNvPr>
          <p:cNvSpPr>
            <a:spLocks xmlns:a="http://schemas.openxmlformats.org/drawingml/2006/main" noGrp="1"/>
          </p:cNvSpPr>
          <p:nvPr/>
        </p:nvSpPr>
        <p:spPr>
          <a:xfrm xmlns:a="http://schemas.openxmlformats.org/drawingml/2006/main">
            <a:off x="3581400" y="2895600"/>
            <a:ext cx="2000250" cy="438150"/>
          </a:xfrm>
          <a:prstGeom xmlns:a="http://schemas.openxmlformats.org/drawingml/2006/main" prst="roundRect">
            <a:avLst>
              <a:gd name="adj" fmla="val 17391"/>
            </a:avLst>
          </a:prstGeom>
          <a:solidFill xmlns:a="http://schemas.openxmlformats.org/drawingml/2006/main">
            <a:srgbClr val="223440"/>
          </a:solidFill>
          <a:ln xmlns:a="http://schemas.openxmlformats.org/drawingml/2006/main" w="9525">
            <a:solidFill>
              <a:srgbClr val="40515B"/>
            </a:solidFill>
            <a:prstDash val="solid"/>
          </a:ln>
        </p:spPr>
      </p:sp>
      <p:sp>
        <p:nvSpPr>
          <p:cNvPr id="12" name="">
            <a:extLst xmlns:a="http://schemas.openxmlformats.org/drawingml/2006/main">
              <a:ext uri="{FF2B5EF4-FFF2-40B4-BE49-F238E27FC236}">
                <a16:creationId xmlns:a16="http://schemas.microsoft.com/office/drawing/2014/main" id="{154B5500-2ECE-4F49-BB34-BF8292D9F803}"/>
              </a:ext>
            </a:extLst>
          </p:cNvPr>
          <p:cNvSpPr>
            <a:spLocks xmlns:a="http://schemas.openxmlformats.org/drawingml/2006/main" noGrp="1"/>
          </p:cNvSpPr>
          <p:nvPr/>
        </p:nvSpPr>
        <p:spPr>
          <a:xfrm xmlns:a="http://schemas.openxmlformats.org/drawingml/2006/main">
            <a:off x="3686175" y="2971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3F5F6"/>
                </a:solidFill>
                <a:latin typeface="Arial"/>
                <a:ea typeface="Arial"/>
                <a:cs typeface="Arial"/>
              </a:defRPr>
            </a:defPPr>
            <a:lvl1pPr algn="l">
              <a:defRPr sz="1275" b="1">
                <a:solidFill>
                  <a:srgbClr val="F3F5F6"/>
                </a:solidFill>
                <a:latin typeface="Arial"/>
                <a:ea typeface="Arial"/>
                <a:cs typeface="Arial"/>
              </a:defRPr>
            </a:lvl1pPr>
            <a:lvl2pPr algn="l">
              <a:defRPr sz="1275" b="1">
                <a:solidFill>
                  <a:srgbClr val="F3F5F6"/>
                </a:solidFill>
                <a:latin typeface="Arial"/>
                <a:ea typeface="Arial"/>
                <a:cs typeface="Arial"/>
              </a:defRPr>
            </a:lvl2pPr>
            <a:lvl3pPr algn="l">
              <a:defRPr sz="1275" b="1">
                <a:solidFill>
                  <a:srgbClr val="F3F5F6"/>
                </a:solidFill>
                <a:latin typeface="Arial"/>
                <a:ea typeface="Arial"/>
                <a:cs typeface="Arial"/>
              </a:defRPr>
            </a:lvl3pPr>
            <a:lvl4pPr algn="l">
              <a:defRPr sz="1275" b="1">
                <a:solidFill>
                  <a:srgbClr val="F3F5F6"/>
                </a:solidFill>
                <a:latin typeface="Arial"/>
                <a:ea typeface="Arial"/>
                <a:cs typeface="Arial"/>
              </a:defRPr>
            </a:lvl4pPr>
            <a:lvl5pPr algn="l">
              <a:defRPr sz="1275" b="1">
                <a:solidFill>
                  <a:srgbClr val="F3F5F6"/>
                </a:solidFill>
                <a:latin typeface="Arial"/>
                <a:ea typeface="Arial"/>
                <a:cs typeface="Arial"/>
              </a:defRPr>
            </a:lvl5pPr>
            <a:lvl6pPr algn="l">
              <a:defRPr sz="1275" b="1">
                <a:solidFill>
                  <a:srgbClr val="F3F5F6"/>
                </a:solidFill>
                <a:latin typeface="Arial"/>
                <a:ea typeface="Arial"/>
                <a:cs typeface="Arial"/>
              </a:defRPr>
            </a:lvl6pPr>
            <a:lvl7pPr algn="l">
              <a:defRPr sz="1275" b="1">
                <a:solidFill>
                  <a:srgbClr val="F3F5F6"/>
                </a:solidFill>
                <a:latin typeface="Arial"/>
                <a:ea typeface="Arial"/>
                <a:cs typeface="Arial"/>
              </a:defRPr>
            </a:lvl7pPr>
            <a:lvl8pPr algn="l">
              <a:defRPr sz="1275" b="1">
                <a:solidFill>
                  <a:srgbClr val="F3F5F6"/>
                </a:solidFill>
                <a:latin typeface="Arial"/>
                <a:ea typeface="Arial"/>
                <a:cs typeface="Arial"/>
              </a:defRPr>
            </a:lvl8pPr>
            <a:lvl9pPr algn="l">
              <a:defRPr sz="1275" b="1">
                <a:solidFill>
                  <a:srgbClr val="F3F5F6"/>
                </a:solidFill>
                <a:latin typeface="Arial"/>
                <a:ea typeface="Arial"/>
                <a:cs typeface="Arial"/>
              </a:defRPr>
            </a:lvl9pPr>
          </a:lstStyle>
          <a:p xmlns:a="http://schemas.openxmlformats.org/drawingml/2006/main">
            <a:pPr algn="l">
              <a:defRPr sz="1275" b="1">
                <a:solidFill>
                  <a:srgbClr val="F3F5F6"/>
                </a:solidFill>
                <a:latin typeface="Arial"/>
                <a:ea typeface="Arial"/>
                <a:cs typeface="Arial"/>
              </a:defRPr>
            </a:pPr>
            <a:r>
              <a:rPr sz="1275" b="1">
                <a:solidFill>
                  <a:srgbClr val="F3F5F6"/>
                </a:solidFill>
                <a:latin typeface="Arial"/>
                <a:ea typeface="Arial"/>
                <a:cs typeface="Arial"/>
              </a:rPr>
              <a:t>7  AI  ·  aiimg/</a:t>
            </a:r>
          </a:p>
        </p:txBody>
      </p:sp>
      <p:sp>
        <p:nvSpPr>
          <p:cNvPr id="13" name="">
            <a:extLst xmlns:a="http://schemas.openxmlformats.org/drawingml/2006/main">
              <a:ext uri="{FF2B5EF4-FFF2-40B4-BE49-F238E27FC236}">
                <a16:creationId xmlns:a16="http://schemas.microsoft.com/office/drawing/2014/main" id="{EA8836A4-76EF-4640-BF5F-AA17A4873ECE}"/>
              </a:ext>
            </a:extLst>
          </p:cNvPr>
          <p:cNvSpPr>
            <a:spLocks xmlns:a="http://schemas.openxmlformats.org/drawingml/2006/main" noGrp="1"/>
          </p:cNvSpPr>
          <p:nvPr/>
        </p:nvSpPr>
        <p:spPr>
          <a:xfrm xmlns:a="http://schemas.openxmlformats.org/drawingml/2006/main">
            <a:off x="838200" y="3638550"/>
            <a:ext cx="466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B7C4CA"/>
                </a:solidFill>
                <a:latin typeface="Arial"/>
                <a:ea typeface="Arial"/>
                <a:cs typeface="Arial"/>
              </a:defRPr>
            </a:defPPr>
            <a:lvl1pPr algn="l">
              <a:defRPr sz="1350" b="0">
                <a:solidFill>
                  <a:srgbClr val="B7C4CA"/>
                </a:solidFill>
                <a:latin typeface="Arial"/>
                <a:ea typeface="Arial"/>
                <a:cs typeface="Arial"/>
              </a:defRPr>
            </a:lvl1pPr>
            <a:lvl2pPr algn="l">
              <a:defRPr sz="1350" b="0">
                <a:solidFill>
                  <a:srgbClr val="B7C4CA"/>
                </a:solidFill>
                <a:latin typeface="Arial"/>
                <a:ea typeface="Arial"/>
                <a:cs typeface="Arial"/>
              </a:defRPr>
            </a:lvl2pPr>
            <a:lvl3pPr algn="l">
              <a:defRPr sz="1350" b="0">
                <a:solidFill>
                  <a:srgbClr val="B7C4CA"/>
                </a:solidFill>
                <a:latin typeface="Arial"/>
                <a:ea typeface="Arial"/>
                <a:cs typeface="Arial"/>
              </a:defRPr>
            </a:lvl3pPr>
            <a:lvl4pPr algn="l">
              <a:defRPr sz="1350" b="0">
                <a:solidFill>
                  <a:srgbClr val="B7C4CA"/>
                </a:solidFill>
                <a:latin typeface="Arial"/>
                <a:ea typeface="Arial"/>
                <a:cs typeface="Arial"/>
              </a:defRPr>
            </a:lvl4pPr>
            <a:lvl5pPr algn="l">
              <a:defRPr sz="1350" b="0">
                <a:solidFill>
                  <a:srgbClr val="B7C4CA"/>
                </a:solidFill>
                <a:latin typeface="Arial"/>
                <a:ea typeface="Arial"/>
                <a:cs typeface="Arial"/>
              </a:defRPr>
            </a:lvl5pPr>
            <a:lvl6pPr algn="l">
              <a:defRPr sz="1350" b="0">
                <a:solidFill>
                  <a:srgbClr val="B7C4CA"/>
                </a:solidFill>
                <a:latin typeface="Arial"/>
                <a:ea typeface="Arial"/>
                <a:cs typeface="Arial"/>
              </a:defRPr>
            </a:lvl6pPr>
            <a:lvl7pPr algn="l">
              <a:defRPr sz="1350" b="0">
                <a:solidFill>
                  <a:srgbClr val="B7C4CA"/>
                </a:solidFill>
                <a:latin typeface="Arial"/>
                <a:ea typeface="Arial"/>
                <a:cs typeface="Arial"/>
              </a:defRPr>
            </a:lvl7pPr>
            <a:lvl8pPr algn="l">
              <a:defRPr sz="1350" b="0">
                <a:solidFill>
                  <a:srgbClr val="B7C4CA"/>
                </a:solidFill>
                <a:latin typeface="Arial"/>
                <a:ea typeface="Arial"/>
                <a:cs typeface="Arial"/>
              </a:defRPr>
            </a:lvl8pPr>
            <a:lvl9pPr algn="l">
              <a:defRPr sz="1350" b="0">
                <a:solidFill>
                  <a:srgbClr val="B7C4CA"/>
                </a:solidFill>
                <a:latin typeface="Arial"/>
                <a:ea typeface="Arial"/>
                <a:cs typeface="Arial"/>
              </a:defRPr>
            </a:lvl9pPr>
          </a:lstStyle>
          <a:p xmlns:a="http://schemas.openxmlformats.org/drawingml/2006/main">
            <a:pPr algn="l">
              <a:defRPr sz="1350" b="0">
                <a:solidFill>
                  <a:srgbClr val="B7C4CA"/>
                </a:solidFill>
                <a:latin typeface="Arial"/>
                <a:ea typeface="Arial"/>
                <a:cs typeface="Arial"/>
              </a:defRPr>
            </a:pPr>
            <a:r>
              <a:rPr sz="1350" b="0">
                <a:solidFill>
                  <a:srgbClr val="B7C4CA"/>
                </a:solidFill>
                <a:latin typeface="Arial"/>
                <a:ea typeface="Arial"/>
                <a:cs typeface="Arial"/>
              </a:rPr>
              <a:t>Demo mode reuses the same examples in train, validation and test manifests to replay the demo.</a:t>
            </a:r>
          </a:p>
        </p:txBody>
      </p:sp>
      <p:sp>
        <p:nvSpPr>
          <p:cNvPr id="14" name="">
            <a:extLst xmlns:a="http://schemas.openxmlformats.org/drawingml/2006/main">
              <a:ext uri="{FF2B5EF4-FFF2-40B4-BE49-F238E27FC236}">
                <a16:creationId xmlns:a16="http://schemas.microsoft.com/office/drawing/2014/main" id="{D6B9782B-642F-4CDE-AF7E-DD29D9DE88FB}"/>
              </a:ext>
            </a:extLst>
          </p:cNvPr>
          <p:cNvSpPr>
            <a:spLocks xmlns:a="http://schemas.openxmlformats.org/drawingml/2006/main" noGrp="1"/>
          </p:cNvSpPr>
          <p:nvPr/>
        </p:nvSpPr>
        <p:spPr>
          <a:xfrm xmlns:a="http://schemas.openxmlformats.org/drawingml/2006/main">
            <a:off x="838200" y="4572000"/>
            <a:ext cx="466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1">
                <a:solidFill>
                  <a:srgbClr val="FFB454"/>
                </a:solidFill>
                <a:latin typeface="Arial"/>
                <a:ea typeface="Arial"/>
                <a:cs typeface="Arial"/>
              </a:defRPr>
            </a:defPPr>
            <a:lvl1pPr algn="l">
              <a:defRPr sz="1200" b="1">
                <a:solidFill>
                  <a:srgbClr val="FFB454"/>
                </a:solidFill>
                <a:latin typeface="Arial"/>
                <a:ea typeface="Arial"/>
                <a:cs typeface="Arial"/>
              </a:defRPr>
            </a:lvl1pPr>
            <a:lvl2pPr algn="l">
              <a:defRPr sz="1200" b="1">
                <a:solidFill>
                  <a:srgbClr val="FFB454"/>
                </a:solidFill>
                <a:latin typeface="Arial"/>
                <a:ea typeface="Arial"/>
                <a:cs typeface="Arial"/>
              </a:defRPr>
            </a:lvl2pPr>
            <a:lvl3pPr algn="l">
              <a:defRPr sz="1200" b="1">
                <a:solidFill>
                  <a:srgbClr val="FFB454"/>
                </a:solidFill>
                <a:latin typeface="Arial"/>
                <a:ea typeface="Arial"/>
                <a:cs typeface="Arial"/>
              </a:defRPr>
            </a:lvl3pPr>
            <a:lvl4pPr algn="l">
              <a:defRPr sz="1200" b="1">
                <a:solidFill>
                  <a:srgbClr val="FFB454"/>
                </a:solidFill>
                <a:latin typeface="Arial"/>
                <a:ea typeface="Arial"/>
                <a:cs typeface="Arial"/>
              </a:defRPr>
            </a:lvl4pPr>
            <a:lvl5pPr algn="l">
              <a:defRPr sz="1200" b="1">
                <a:solidFill>
                  <a:srgbClr val="FFB454"/>
                </a:solidFill>
                <a:latin typeface="Arial"/>
                <a:ea typeface="Arial"/>
                <a:cs typeface="Arial"/>
              </a:defRPr>
            </a:lvl5pPr>
            <a:lvl6pPr algn="l">
              <a:defRPr sz="1200" b="1">
                <a:solidFill>
                  <a:srgbClr val="FFB454"/>
                </a:solidFill>
                <a:latin typeface="Arial"/>
                <a:ea typeface="Arial"/>
                <a:cs typeface="Arial"/>
              </a:defRPr>
            </a:lvl6pPr>
            <a:lvl7pPr algn="l">
              <a:defRPr sz="1200" b="1">
                <a:solidFill>
                  <a:srgbClr val="FFB454"/>
                </a:solidFill>
                <a:latin typeface="Arial"/>
                <a:ea typeface="Arial"/>
                <a:cs typeface="Arial"/>
              </a:defRPr>
            </a:lvl7pPr>
            <a:lvl8pPr algn="l">
              <a:defRPr sz="1200" b="1">
                <a:solidFill>
                  <a:srgbClr val="FFB454"/>
                </a:solidFill>
                <a:latin typeface="Arial"/>
                <a:ea typeface="Arial"/>
                <a:cs typeface="Arial"/>
              </a:defRPr>
            </a:lvl8pPr>
            <a:lvl9pPr algn="l">
              <a:defRPr sz="1200" b="1">
                <a:solidFill>
                  <a:srgbClr val="FFB454"/>
                </a:solidFill>
                <a:latin typeface="Arial"/>
                <a:ea typeface="Arial"/>
                <a:cs typeface="Arial"/>
              </a:defRPr>
            </a:lvl9pPr>
          </a:lstStyle>
          <a:p xmlns:a="http://schemas.openxmlformats.org/drawingml/2006/main">
            <a:pPr algn="l">
              <a:defRPr sz="1200" b="1">
                <a:solidFill>
                  <a:srgbClr val="FFB454"/>
                </a:solidFill>
                <a:latin typeface="Arial"/>
                <a:ea typeface="Arial"/>
                <a:cs typeface="Arial"/>
              </a:defRPr>
            </a:pPr>
            <a:r>
              <a:rPr sz="1200" b="1">
                <a:solidFill>
                  <a:srgbClr val="FFB454"/>
                </a:solidFill>
                <a:latin typeface="Arial"/>
                <a:ea typeface="Arial"/>
                <a:cs typeface="Arial"/>
              </a:rPr>
              <a:t>This is a memorization demo; those duplicated splits do not provide independent test metrics.</a:t>
            </a:r>
          </a:p>
        </p:txBody>
      </p:sp>
      <p:sp>
        <p:nvSpPr>
          <p:cNvPr id="15" name="">
            <a:extLst xmlns:a="http://schemas.openxmlformats.org/drawingml/2006/main">
              <a:ext uri="{FF2B5EF4-FFF2-40B4-BE49-F238E27FC236}">
                <a16:creationId xmlns:a16="http://schemas.microsoft.com/office/drawing/2014/main" id="{5877A855-EBED-4C51-BDDA-419C6F222F93}"/>
              </a:ext>
            </a:extLst>
          </p:cNvPr>
          <p:cNvSpPr>
            <a:spLocks xmlns:a="http://schemas.openxmlformats.org/drawingml/2006/main" noGrp="1"/>
          </p:cNvSpPr>
          <p:nvPr/>
        </p:nvSpPr>
        <p:spPr>
          <a:xfrm xmlns:a="http://schemas.openxmlformats.org/drawingml/2006/main">
            <a:off x="6191250" y="1571625"/>
            <a:ext cx="5410200" cy="3714750"/>
          </a:xfrm>
          <a:prstGeom xmlns:a="http://schemas.openxmlformats.org/drawingml/2006/main" prst="roundRect">
            <a:avLst>
              <a:gd name="adj" fmla="val 2051"/>
            </a:avLst>
          </a:prstGeom>
          <a:solidFill xmlns:a="http://schemas.openxmlformats.org/drawingml/2006/main">
            <a:srgbClr val="192630"/>
          </a:solidFill>
          <a:ln xmlns:a="http://schemas.openxmlformats.org/drawingml/2006/main" w="9525">
            <a:solidFill>
              <a:srgbClr val="40515B"/>
            </a:solidFill>
            <a:prstDash val="solid"/>
          </a:ln>
        </p:spPr>
      </p:sp>
      <p:sp>
        <p:nvSpPr>
          <p:cNvPr id="16" name="">
            <a:extLst xmlns:a="http://schemas.openxmlformats.org/drawingml/2006/main">
              <a:ext uri="{FF2B5EF4-FFF2-40B4-BE49-F238E27FC236}">
                <a16:creationId xmlns:a16="http://schemas.microsoft.com/office/drawing/2014/main" id="{500EE72E-9B39-4BB8-830D-6DAB4EBD9904}"/>
              </a:ext>
            </a:extLst>
          </p:cNvPr>
          <p:cNvSpPr>
            <a:spLocks xmlns:a="http://schemas.openxmlformats.org/drawingml/2006/main" noGrp="1"/>
          </p:cNvSpPr>
          <p:nvPr/>
        </p:nvSpPr>
        <p:spPr>
          <a:xfrm xmlns:a="http://schemas.openxmlformats.org/drawingml/2006/main">
            <a:off x="6419850" y="1762125"/>
            <a:ext cx="500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FFB454"/>
                </a:solidFill>
                <a:latin typeface="Arial"/>
                <a:ea typeface="Arial"/>
                <a:cs typeface="Arial"/>
              </a:defRPr>
            </a:defPPr>
            <a:lvl1pPr algn="l">
              <a:defRPr sz="1350" b="1">
                <a:solidFill>
                  <a:srgbClr val="FFB454"/>
                </a:solidFill>
                <a:latin typeface="Arial"/>
                <a:ea typeface="Arial"/>
                <a:cs typeface="Arial"/>
              </a:defRPr>
            </a:lvl1pPr>
            <a:lvl2pPr algn="l">
              <a:defRPr sz="1350" b="1">
                <a:solidFill>
                  <a:srgbClr val="FFB454"/>
                </a:solidFill>
                <a:latin typeface="Arial"/>
                <a:ea typeface="Arial"/>
                <a:cs typeface="Arial"/>
              </a:defRPr>
            </a:lvl2pPr>
            <a:lvl3pPr algn="l">
              <a:defRPr sz="1350" b="1">
                <a:solidFill>
                  <a:srgbClr val="FFB454"/>
                </a:solidFill>
                <a:latin typeface="Arial"/>
                <a:ea typeface="Arial"/>
                <a:cs typeface="Arial"/>
              </a:defRPr>
            </a:lvl3pPr>
            <a:lvl4pPr algn="l">
              <a:defRPr sz="1350" b="1">
                <a:solidFill>
                  <a:srgbClr val="FFB454"/>
                </a:solidFill>
                <a:latin typeface="Arial"/>
                <a:ea typeface="Arial"/>
                <a:cs typeface="Arial"/>
              </a:defRPr>
            </a:lvl4pPr>
            <a:lvl5pPr algn="l">
              <a:defRPr sz="1350" b="1">
                <a:solidFill>
                  <a:srgbClr val="FFB454"/>
                </a:solidFill>
                <a:latin typeface="Arial"/>
                <a:ea typeface="Arial"/>
                <a:cs typeface="Arial"/>
              </a:defRPr>
            </a:lvl5pPr>
            <a:lvl6pPr algn="l">
              <a:defRPr sz="1350" b="1">
                <a:solidFill>
                  <a:srgbClr val="FFB454"/>
                </a:solidFill>
                <a:latin typeface="Arial"/>
                <a:ea typeface="Arial"/>
                <a:cs typeface="Arial"/>
              </a:defRPr>
            </a:lvl6pPr>
            <a:lvl7pPr algn="l">
              <a:defRPr sz="1350" b="1">
                <a:solidFill>
                  <a:srgbClr val="FFB454"/>
                </a:solidFill>
                <a:latin typeface="Arial"/>
                <a:ea typeface="Arial"/>
                <a:cs typeface="Arial"/>
              </a:defRPr>
            </a:lvl7pPr>
            <a:lvl8pPr algn="l">
              <a:defRPr sz="1350" b="1">
                <a:solidFill>
                  <a:srgbClr val="FFB454"/>
                </a:solidFill>
                <a:latin typeface="Arial"/>
                <a:ea typeface="Arial"/>
                <a:cs typeface="Arial"/>
              </a:defRPr>
            </a:lvl8pPr>
            <a:lvl9pPr algn="l">
              <a:defRPr sz="1350" b="1">
                <a:solidFill>
                  <a:srgbClr val="FFB454"/>
                </a:solidFill>
                <a:latin typeface="Arial"/>
                <a:ea typeface="Arial"/>
                <a:cs typeface="Arial"/>
              </a:defRPr>
            </a:lvl9pPr>
          </a:lstStyle>
          <a:p xmlns:a="http://schemas.openxmlformats.org/drawingml/2006/main">
            <a:pPr algn="l">
              <a:defRPr sz="1350" b="1">
                <a:solidFill>
                  <a:srgbClr val="FFB454"/>
                </a:solidFill>
                <a:latin typeface="Arial"/>
                <a:ea typeface="Arial"/>
                <a:cs typeface="Arial"/>
              </a:defRPr>
            </a:pPr>
            <a:r>
              <a:rPr sz="1350" b="1">
                <a:solidFill>
                  <a:srgbClr val="FFB454"/>
                </a:solidFill>
                <a:latin typeface="Arial"/>
                <a:ea typeface="Arial"/>
                <a:cs typeface="Arial"/>
              </a:rPr>
              <a:t>FULL RESEARCH WORKFLOW IN REPOSITORY</a:t>
            </a:r>
          </a:p>
        </p:txBody>
      </p:sp>
      <p:sp>
        <p:nvSpPr>
          <p:cNvPr id="17" name="">
            <a:extLst xmlns:a="http://schemas.openxmlformats.org/drawingml/2006/main">
              <a:ext uri="{FF2B5EF4-FFF2-40B4-BE49-F238E27FC236}">
                <a16:creationId xmlns:a16="http://schemas.microsoft.com/office/drawing/2014/main" id="{4F770EA8-E762-4264-9652-F7DB94B1E5D6}"/>
              </a:ext>
            </a:extLst>
          </p:cNvPr>
          <p:cNvSpPr>
            <a:spLocks xmlns:a="http://schemas.openxmlformats.org/drawingml/2006/main" noGrp="1"/>
          </p:cNvSpPr>
          <p:nvPr/>
        </p:nvSpPr>
        <p:spPr>
          <a:xfrm xmlns:a="http://schemas.openxmlformats.org/drawingml/2006/main">
            <a:off x="6457950" y="235267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43D9C3"/>
                </a:solidFill>
                <a:latin typeface="Arial"/>
                <a:ea typeface="Arial"/>
                <a:cs typeface="Arial"/>
              </a:defRPr>
            </a:defPPr>
            <a:lvl1pPr algn="l">
              <a:defRPr sz="1275" b="1">
                <a:solidFill>
                  <a:srgbClr val="43D9C3"/>
                </a:solidFill>
                <a:latin typeface="Arial"/>
                <a:ea typeface="Arial"/>
                <a:cs typeface="Arial"/>
              </a:defRPr>
            </a:lvl1pPr>
            <a:lvl2pPr algn="l">
              <a:defRPr sz="1275" b="1">
                <a:solidFill>
                  <a:srgbClr val="43D9C3"/>
                </a:solidFill>
                <a:latin typeface="Arial"/>
                <a:ea typeface="Arial"/>
                <a:cs typeface="Arial"/>
              </a:defRPr>
            </a:lvl2pPr>
            <a:lvl3pPr algn="l">
              <a:defRPr sz="1275" b="1">
                <a:solidFill>
                  <a:srgbClr val="43D9C3"/>
                </a:solidFill>
                <a:latin typeface="Arial"/>
                <a:ea typeface="Arial"/>
                <a:cs typeface="Arial"/>
              </a:defRPr>
            </a:lvl3pPr>
            <a:lvl4pPr algn="l">
              <a:defRPr sz="1275" b="1">
                <a:solidFill>
                  <a:srgbClr val="43D9C3"/>
                </a:solidFill>
                <a:latin typeface="Arial"/>
                <a:ea typeface="Arial"/>
                <a:cs typeface="Arial"/>
              </a:defRPr>
            </a:lvl4pPr>
            <a:lvl5pPr algn="l">
              <a:defRPr sz="1275" b="1">
                <a:solidFill>
                  <a:srgbClr val="43D9C3"/>
                </a:solidFill>
                <a:latin typeface="Arial"/>
                <a:ea typeface="Arial"/>
                <a:cs typeface="Arial"/>
              </a:defRPr>
            </a:lvl5pPr>
            <a:lvl6pPr algn="l">
              <a:defRPr sz="1275" b="1">
                <a:solidFill>
                  <a:srgbClr val="43D9C3"/>
                </a:solidFill>
                <a:latin typeface="Arial"/>
                <a:ea typeface="Arial"/>
                <a:cs typeface="Arial"/>
              </a:defRPr>
            </a:lvl6pPr>
            <a:lvl7pPr algn="l">
              <a:defRPr sz="1275" b="1">
                <a:solidFill>
                  <a:srgbClr val="43D9C3"/>
                </a:solidFill>
                <a:latin typeface="Arial"/>
                <a:ea typeface="Arial"/>
                <a:cs typeface="Arial"/>
              </a:defRPr>
            </a:lvl7pPr>
            <a:lvl8pPr algn="l">
              <a:defRPr sz="1275" b="1">
                <a:solidFill>
                  <a:srgbClr val="43D9C3"/>
                </a:solidFill>
                <a:latin typeface="Arial"/>
                <a:ea typeface="Arial"/>
                <a:cs typeface="Arial"/>
              </a:defRPr>
            </a:lvl8pPr>
            <a:lvl9pPr algn="l">
              <a:defRPr sz="1275" b="1">
                <a:solidFill>
                  <a:srgbClr val="43D9C3"/>
                </a:solidFill>
                <a:latin typeface="Arial"/>
                <a:ea typeface="Arial"/>
                <a:cs typeface="Arial"/>
              </a:defRPr>
            </a:lvl9pPr>
          </a:lstStyle>
          <a:p xmlns:a="http://schemas.openxmlformats.org/drawingml/2006/main">
            <a:pPr algn="l">
              <a:defRPr sz="1275" b="1">
                <a:solidFill>
                  <a:srgbClr val="43D9C3"/>
                </a:solidFill>
                <a:latin typeface="Arial"/>
                <a:ea typeface="Arial"/>
                <a:cs typeface="Arial"/>
              </a:defRPr>
            </a:pPr>
            <a:r>
              <a:rPr sz="1275" b="1">
                <a:solidFill>
                  <a:srgbClr val="43D9C3"/>
                </a:solidFill>
                <a:latin typeface="Arial"/>
                <a:ea typeface="Arial"/>
                <a:cs typeface="Arial"/>
              </a:rPr>
              <a:t>Genuine</a:t>
            </a:r>
          </a:p>
        </p:txBody>
      </p:sp>
      <p:sp>
        <p:nvSpPr>
          <p:cNvPr id="18" name="">
            <a:extLst xmlns:a="http://schemas.openxmlformats.org/drawingml/2006/main">
              <a:ext uri="{FF2B5EF4-FFF2-40B4-BE49-F238E27FC236}">
                <a16:creationId xmlns:a16="http://schemas.microsoft.com/office/drawing/2014/main" id="{2ABEFADA-6DF1-42DE-AE08-F40816CFD580}"/>
              </a:ext>
            </a:extLst>
          </p:cNvPr>
          <p:cNvSpPr>
            <a:spLocks xmlns:a="http://schemas.openxmlformats.org/drawingml/2006/main" noGrp="1"/>
          </p:cNvSpPr>
          <p:nvPr/>
        </p:nvSpPr>
        <p:spPr>
          <a:xfrm xmlns:a="http://schemas.openxmlformats.org/drawingml/2006/main">
            <a:off x="7791450" y="23526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F3F5F6"/>
                </a:solidFill>
                <a:latin typeface="Arial"/>
                <a:ea typeface="Arial"/>
                <a:cs typeface="Arial"/>
              </a:defRPr>
            </a:defPPr>
            <a:lvl1pPr algn="l">
              <a:defRPr sz="1275" b="0">
                <a:solidFill>
                  <a:srgbClr val="F3F5F6"/>
                </a:solidFill>
                <a:latin typeface="Arial"/>
                <a:ea typeface="Arial"/>
                <a:cs typeface="Arial"/>
              </a:defRPr>
            </a:lvl1pPr>
            <a:lvl2pPr algn="l">
              <a:defRPr sz="1275" b="0">
                <a:solidFill>
                  <a:srgbClr val="F3F5F6"/>
                </a:solidFill>
                <a:latin typeface="Arial"/>
                <a:ea typeface="Arial"/>
                <a:cs typeface="Arial"/>
              </a:defRPr>
            </a:lvl2pPr>
            <a:lvl3pPr algn="l">
              <a:defRPr sz="1275" b="0">
                <a:solidFill>
                  <a:srgbClr val="F3F5F6"/>
                </a:solidFill>
                <a:latin typeface="Arial"/>
                <a:ea typeface="Arial"/>
                <a:cs typeface="Arial"/>
              </a:defRPr>
            </a:lvl3pPr>
            <a:lvl4pPr algn="l">
              <a:defRPr sz="1275" b="0">
                <a:solidFill>
                  <a:srgbClr val="F3F5F6"/>
                </a:solidFill>
                <a:latin typeface="Arial"/>
                <a:ea typeface="Arial"/>
                <a:cs typeface="Arial"/>
              </a:defRPr>
            </a:lvl4pPr>
            <a:lvl5pPr algn="l">
              <a:defRPr sz="1275" b="0">
                <a:solidFill>
                  <a:srgbClr val="F3F5F6"/>
                </a:solidFill>
                <a:latin typeface="Arial"/>
                <a:ea typeface="Arial"/>
                <a:cs typeface="Arial"/>
              </a:defRPr>
            </a:lvl5pPr>
            <a:lvl6pPr algn="l">
              <a:defRPr sz="1275" b="0">
                <a:solidFill>
                  <a:srgbClr val="F3F5F6"/>
                </a:solidFill>
                <a:latin typeface="Arial"/>
                <a:ea typeface="Arial"/>
                <a:cs typeface="Arial"/>
              </a:defRPr>
            </a:lvl6pPr>
            <a:lvl7pPr algn="l">
              <a:defRPr sz="1275" b="0">
                <a:solidFill>
                  <a:srgbClr val="F3F5F6"/>
                </a:solidFill>
                <a:latin typeface="Arial"/>
                <a:ea typeface="Arial"/>
                <a:cs typeface="Arial"/>
              </a:defRPr>
            </a:lvl7pPr>
            <a:lvl8pPr algn="l">
              <a:defRPr sz="1275" b="0">
                <a:solidFill>
                  <a:srgbClr val="F3F5F6"/>
                </a:solidFill>
                <a:latin typeface="Arial"/>
                <a:ea typeface="Arial"/>
                <a:cs typeface="Arial"/>
              </a:defRPr>
            </a:lvl8pPr>
            <a:lvl9pPr algn="l">
              <a:defRPr sz="1275" b="0">
                <a:solidFill>
                  <a:srgbClr val="F3F5F6"/>
                </a:solidFill>
                <a:latin typeface="Arial"/>
                <a:ea typeface="Arial"/>
                <a:cs typeface="Arial"/>
              </a:defRPr>
            </a:lvl9pPr>
          </a:lstStyle>
          <a:p xmlns:a="http://schemas.openxmlformats.org/drawingml/2006/main">
            <a:pPr algn="l">
              <a:defRPr sz="1275" b="0">
                <a:solidFill>
                  <a:srgbClr val="F3F5F6"/>
                </a:solidFill>
                <a:latin typeface="Arial"/>
                <a:ea typeface="Arial"/>
                <a:cs typeface="Arial"/>
              </a:defRPr>
            </a:pPr>
            <a:r>
              <a:rPr sz="1275" b="0">
                <a:solidFill>
                  <a:srgbClr val="F3F5F6"/>
                </a:solidFill>
                <a:latin typeface="Arial"/>
                <a:ea typeface="Arial"/>
                <a:cs typeface="Arial"/>
              </a:rPr>
              <a:t>CelebA-HQ + optional CASIA</a:t>
            </a:r>
          </a:p>
        </p:txBody>
      </p:sp>
      <p:sp>
        <p:nvSpPr>
          <p:cNvPr id="19" name="">
            <a:extLst xmlns:a="http://schemas.openxmlformats.org/drawingml/2006/main">
              <a:ext uri="{FF2B5EF4-FFF2-40B4-BE49-F238E27FC236}">
                <a16:creationId xmlns:a16="http://schemas.microsoft.com/office/drawing/2014/main" id="{E0CABDCA-9AA6-495D-9069-6DC99A5D2097}"/>
              </a:ext>
            </a:extLst>
          </p:cNvPr>
          <p:cNvSpPr>
            <a:spLocks xmlns:a="http://schemas.openxmlformats.org/drawingml/2006/main" noGrp="1"/>
          </p:cNvSpPr>
          <p:nvPr/>
        </p:nvSpPr>
        <p:spPr>
          <a:xfrm xmlns:a="http://schemas.openxmlformats.org/drawingml/2006/main">
            <a:off x="6457950" y="2886075"/>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43D9C3"/>
                </a:solidFill>
                <a:latin typeface="Arial"/>
                <a:ea typeface="Arial"/>
                <a:cs typeface="Arial"/>
              </a:defRPr>
            </a:defPPr>
            <a:lvl1pPr algn="l">
              <a:defRPr sz="1275" b="1">
                <a:solidFill>
                  <a:srgbClr val="43D9C3"/>
                </a:solidFill>
                <a:latin typeface="Arial"/>
                <a:ea typeface="Arial"/>
                <a:cs typeface="Arial"/>
              </a:defRPr>
            </a:lvl1pPr>
            <a:lvl2pPr algn="l">
              <a:defRPr sz="1275" b="1">
                <a:solidFill>
                  <a:srgbClr val="43D9C3"/>
                </a:solidFill>
                <a:latin typeface="Arial"/>
                <a:ea typeface="Arial"/>
                <a:cs typeface="Arial"/>
              </a:defRPr>
            </a:lvl2pPr>
            <a:lvl3pPr algn="l">
              <a:defRPr sz="1275" b="1">
                <a:solidFill>
                  <a:srgbClr val="43D9C3"/>
                </a:solidFill>
                <a:latin typeface="Arial"/>
                <a:ea typeface="Arial"/>
                <a:cs typeface="Arial"/>
              </a:defRPr>
            </a:lvl3pPr>
            <a:lvl4pPr algn="l">
              <a:defRPr sz="1275" b="1">
                <a:solidFill>
                  <a:srgbClr val="43D9C3"/>
                </a:solidFill>
                <a:latin typeface="Arial"/>
                <a:ea typeface="Arial"/>
                <a:cs typeface="Arial"/>
              </a:defRPr>
            </a:lvl4pPr>
            <a:lvl5pPr algn="l">
              <a:defRPr sz="1275" b="1">
                <a:solidFill>
                  <a:srgbClr val="43D9C3"/>
                </a:solidFill>
                <a:latin typeface="Arial"/>
                <a:ea typeface="Arial"/>
                <a:cs typeface="Arial"/>
              </a:defRPr>
            </a:lvl5pPr>
            <a:lvl6pPr algn="l">
              <a:defRPr sz="1275" b="1">
                <a:solidFill>
                  <a:srgbClr val="43D9C3"/>
                </a:solidFill>
                <a:latin typeface="Arial"/>
                <a:ea typeface="Arial"/>
                <a:cs typeface="Arial"/>
              </a:defRPr>
            </a:lvl6pPr>
            <a:lvl7pPr algn="l">
              <a:defRPr sz="1275" b="1">
                <a:solidFill>
                  <a:srgbClr val="43D9C3"/>
                </a:solidFill>
                <a:latin typeface="Arial"/>
                <a:ea typeface="Arial"/>
                <a:cs typeface="Arial"/>
              </a:defRPr>
            </a:lvl7pPr>
            <a:lvl8pPr algn="l">
              <a:defRPr sz="1275" b="1">
                <a:solidFill>
                  <a:srgbClr val="43D9C3"/>
                </a:solidFill>
                <a:latin typeface="Arial"/>
                <a:ea typeface="Arial"/>
                <a:cs typeface="Arial"/>
              </a:defRPr>
            </a:lvl8pPr>
            <a:lvl9pPr algn="l">
              <a:defRPr sz="1275" b="1">
                <a:solidFill>
                  <a:srgbClr val="43D9C3"/>
                </a:solidFill>
                <a:latin typeface="Arial"/>
                <a:ea typeface="Arial"/>
                <a:cs typeface="Arial"/>
              </a:defRPr>
            </a:lvl9pPr>
          </a:lstStyle>
          <a:p xmlns:a="http://schemas.openxmlformats.org/drawingml/2006/main">
            <a:pPr algn="l">
              <a:defRPr sz="1275" b="1">
                <a:solidFill>
                  <a:srgbClr val="43D9C3"/>
                </a:solidFill>
                <a:latin typeface="Arial"/>
                <a:ea typeface="Arial"/>
                <a:cs typeface="Arial"/>
              </a:defRPr>
            </a:pPr>
            <a:r>
              <a:rPr sz="1275" b="1">
                <a:solidFill>
                  <a:srgbClr val="43D9C3"/>
                </a:solidFill>
                <a:latin typeface="Arial"/>
                <a:ea typeface="Arial"/>
                <a:cs typeface="Arial"/>
              </a:rPr>
              <a:t>AI-generated</a:t>
            </a:r>
          </a:p>
        </p:txBody>
      </p:sp>
      <p:sp>
        <p:nvSpPr>
          <p:cNvPr id="20" name="">
            <a:extLst xmlns:a="http://schemas.openxmlformats.org/drawingml/2006/main">
              <a:ext uri="{FF2B5EF4-FFF2-40B4-BE49-F238E27FC236}">
                <a16:creationId xmlns:a16="http://schemas.microsoft.com/office/drawing/2014/main" id="{7427669B-64CA-4DA1-A3EE-8138D3BDBA7F}"/>
              </a:ext>
            </a:extLst>
          </p:cNvPr>
          <p:cNvSpPr>
            <a:spLocks xmlns:a="http://schemas.openxmlformats.org/drawingml/2006/main" noGrp="1"/>
          </p:cNvSpPr>
          <p:nvPr/>
        </p:nvSpPr>
        <p:spPr>
          <a:xfrm xmlns:a="http://schemas.openxmlformats.org/drawingml/2006/main">
            <a:off x="7791450" y="28860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F3F5F6"/>
                </a:solidFill>
                <a:latin typeface="Arial"/>
                <a:ea typeface="Arial"/>
                <a:cs typeface="Arial"/>
              </a:defRPr>
            </a:defPPr>
            <a:lvl1pPr algn="l">
              <a:defRPr sz="1275" b="0">
                <a:solidFill>
                  <a:srgbClr val="F3F5F6"/>
                </a:solidFill>
                <a:latin typeface="Arial"/>
                <a:ea typeface="Arial"/>
                <a:cs typeface="Arial"/>
              </a:defRPr>
            </a:lvl1pPr>
            <a:lvl2pPr algn="l">
              <a:defRPr sz="1275" b="0">
                <a:solidFill>
                  <a:srgbClr val="F3F5F6"/>
                </a:solidFill>
                <a:latin typeface="Arial"/>
                <a:ea typeface="Arial"/>
                <a:cs typeface="Arial"/>
              </a:defRPr>
            </a:lvl2pPr>
            <a:lvl3pPr algn="l">
              <a:defRPr sz="1275" b="0">
                <a:solidFill>
                  <a:srgbClr val="F3F5F6"/>
                </a:solidFill>
                <a:latin typeface="Arial"/>
                <a:ea typeface="Arial"/>
                <a:cs typeface="Arial"/>
              </a:defRPr>
            </a:lvl3pPr>
            <a:lvl4pPr algn="l">
              <a:defRPr sz="1275" b="0">
                <a:solidFill>
                  <a:srgbClr val="F3F5F6"/>
                </a:solidFill>
                <a:latin typeface="Arial"/>
                <a:ea typeface="Arial"/>
                <a:cs typeface="Arial"/>
              </a:defRPr>
            </a:lvl4pPr>
            <a:lvl5pPr algn="l">
              <a:defRPr sz="1275" b="0">
                <a:solidFill>
                  <a:srgbClr val="F3F5F6"/>
                </a:solidFill>
                <a:latin typeface="Arial"/>
                <a:ea typeface="Arial"/>
                <a:cs typeface="Arial"/>
              </a:defRPr>
            </a:lvl5pPr>
            <a:lvl6pPr algn="l">
              <a:defRPr sz="1275" b="0">
                <a:solidFill>
                  <a:srgbClr val="F3F5F6"/>
                </a:solidFill>
                <a:latin typeface="Arial"/>
                <a:ea typeface="Arial"/>
                <a:cs typeface="Arial"/>
              </a:defRPr>
            </a:lvl6pPr>
            <a:lvl7pPr algn="l">
              <a:defRPr sz="1275" b="0">
                <a:solidFill>
                  <a:srgbClr val="F3F5F6"/>
                </a:solidFill>
                <a:latin typeface="Arial"/>
                <a:ea typeface="Arial"/>
                <a:cs typeface="Arial"/>
              </a:defRPr>
            </a:lvl7pPr>
            <a:lvl8pPr algn="l">
              <a:defRPr sz="1275" b="0">
                <a:solidFill>
                  <a:srgbClr val="F3F5F6"/>
                </a:solidFill>
                <a:latin typeface="Arial"/>
                <a:ea typeface="Arial"/>
                <a:cs typeface="Arial"/>
              </a:defRPr>
            </a:lvl8pPr>
            <a:lvl9pPr algn="l">
              <a:defRPr sz="1275" b="0">
                <a:solidFill>
                  <a:srgbClr val="F3F5F6"/>
                </a:solidFill>
                <a:latin typeface="Arial"/>
                <a:ea typeface="Arial"/>
                <a:cs typeface="Arial"/>
              </a:defRPr>
            </a:lvl9pPr>
          </a:lstStyle>
          <a:p xmlns:a="http://schemas.openxmlformats.org/drawingml/2006/main">
            <a:pPr algn="l">
              <a:defRPr sz="1275" b="0">
                <a:solidFill>
                  <a:srgbClr val="F3F5F6"/>
                </a:solidFill>
                <a:latin typeface="Arial"/>
                <a:ea typeface="Arial"/>
                <a:cs typeface="Arial"/>
              </a:defRPr>
            </a:pPr>
            <a:r>
              <a:rPr sz="1275" b="0">
                <a:solidFill>
                  <a:srgbClr val="F3F5F6"/>
                </a:solidFill>
                <a:latin typeface="Arial"/>
                <a:ea typeface="Arial"/>
                <a:cs typeface="Arial"/>
              </a:rPr>
              <a:t>SFHQ-T2I synthetic images</a:t>
            </a:r>
          </a:p>
        </p:txBody>
      </p:sp>
      <p:sp>
        <p:nvSpPr>
          <p:cNvPr id="21" name="">
            <a:extLst xmlns:a="http://schemas.openxmlformats.org/drawingml/2006/main">
              <a:ext uri="{FF2B5EF4-FFF2-40B4-BE49-F238E27FC236}">
                <a16:creationId xmlns:a16="http://schemas.microsoft.com/office/drawing/2014/main" id="{8831CA27-BC48-40A2-AC79-4348D4147417}"/>
              </a:ext>
            </a:extLst>
          </p:cNvPr>
          <p:cNvSpPr>
            <a:spLocks xmlns:a="http://schemas.openxmlformats.org/drawingml/2006/main" noGrp="1"/>
          </p:cNvSpPr>
          <p:nvPr/>
        </p:nvSpPr>
        <p:spPr>
          <a:xfrm xmlns:a="http://schemas.openxmlformats.org/drawingml/2006/main">
            <a:off x="6477000" y="3333750"/>
            <a:ext cx="47625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22" name="">
            <a:extLst xmlns:a="http://schemas.openxmlformats.org/drawingml/2006/main">
              <a:ext uri="{FF2B5EF4-FFF2-40B4-BE49-F238E27FC236}">
                <a16:creationId xmlns:a16="http://schemas.microsoft.com/office/drawing/2014/main" id="{0CECA19C-69AE-4DAB-9160-FB102BBC9695}"/>
              </a:ext>
            </a:extLst>
          </p:cNvPr>
          <p:cNvSpPr>
            <a:spLocks xmlns:a="http://schemas.openxmlformats.org/drawingml/2006/main" noGrp="1"/>
          </p:cNvSpPr>
          <p:nvPr/>
        </p:nvSpPr>
        <p:spPr>
          <a:xfrm xmlns:a="http://schemas.openxmlformats.org/drawingml/2006/main">
            <a:off x="6496050" y="3590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3F5F6"/>
                </a:solidFill>
                <a:latin typeface="Arial"/>
                <a:ea typeface="Arial"/>
                <a:cs typeface="Arial"/>
              </a:defRPr>
            </a:defPPr>
            <a:lvl1pPr algn="l">
              <a:defRPr sz="1275" b="1">
                <a:solidFill>
                  <a:srgbClr val="F3F5F6"/>
                </a:solidFill>
                <a:latin typeface="Arial"/>
                <a:ea typeface="Arial"/>
                <a:cs typeface="Arial"/>
              </a:defRPr>
            </a:lvl1pPr>
            <a:lvl2pPr algn="l">
              <a:defRPr sz="1275" b="1">
                <a:solidFill>
                  <a:srgbClr val="F3F5F6"/>
                </a:solidFill>
                <a:latin typeface="Arial"/>
                <a:ea typeface="Arial"/>
                <a:cs typeface="Arial"/>
              </a:defRPr>
            </a:lvl2pPr>
            <a:lvl3pPr algn="l">
              <a:defRPr sz="1275" b="1">
                <a:solidFill>
                  <a:srgbClr val="F3F5F6"/>
                </a:solidFill>
                <a:latin typeface="Arial"/>
                <a:ea typeface="Arial"/>
                <a:cs typeface="Arial"/>
              </a:defRPr>
            </a:lvl3pPr>
            <a:lvl4pPr algn="l">
              <a:defRPr sz="1275" b="1">
                <a:solidFill>
                  <a:srgbClr val="F3F5F6"/>
                </a:solidFill>
                <a:latin typeface="Arial"/>
                <a:ea typeface="Arial"/>
                <a:cs typeface="Arial"/>
              </a:defRPr>
            </a:lvl4pPr>
            <a:lvl5pPr algn="l">
              <a:defRPr sz="1275" b="1">
                <a:solidFill>
                  <a:srgbClr val="F3F5F6"/>
                </a:solidFill>
                <a:latin typeface="Arial"/>
                <a:ea typeface="Arial"/>
                <a:cs typeface="Arial"/>
              </a:defRPr>
            </a:lvl5pPr>
            <a:lvl6pPr algn="l">
              <a:defRPr sz="1275" b="1">
                <a:solidFill>
                  <a:srgbClr val="F3F5F6"/>
                </a:solidFill>
                <a:latin typeface="Arial"/>
                <a:ea typeface="Arial"/>
                <a:cs typeface="Arial"/>
              </a:defRPr>
            </a:lvl6pPr>
            <a:lvl7pPr algn="l">
              <a:defRPr sz="1275" b="1">
                <a:solidFill>
                  <a:srgbClr val="F3F5F6"/>
                </a:solidFill>
                <a:latin typeface="Arial"/>
                <a:ea typeface="Arial"/>
                <a:cs typeface="Arial"/>
              </a:defRPr>
            </a:lvl7pPr>
            <a:lvl8pPr algn="l">
              <a:defRPr sz="1275" b="1">
                <a:solidFill>
                  <a:srgbClr val="F3F5F6"/>
                </a:solidFill>
                <a:latin typeface="Arial"/>
                <a:ea typeface="Arial"/>
                <a:cs typeface="Arial"/>
              </a:defRPr>
            </a:lvl8pPr>
            <a:lvl9pPr algn="l">
              <a:defRPr sz="1275" b="1">
                <a:solidFill>
                  <a:srgbClr val="F3F5F6"/>
                </a:solidFill>
                <a:latin typeface="Arial"/>
                <a:ea typeface="Arial"/>
                <a:cs typeface="Arial"/>
              </a:defRPr>
            </a:lvl9pPr>
          </a:lstStyle>
          <a:p xmlns:a="http://schemas.openxmlformats.org/drawingml/2006/main">
            <a:pPr algn="l">
              <a:defRPr sz="1275" b="1">
                <a:solidFill>
                  <a:srgbClr val="F3F5F6"/>
                </a:solidFill>
                <a:latin typeface="Arial"/>
                <a:ea typeface="Arial"/>
                <a:cs typeface="Arial"/>
              </a:defRPr>
            </a:pPr>
            <a:r>
              <a:rPr sz="1275" b="1">
                <a:solidFill>
                  <a:srgbClr val="F3F5F6"/>
                </a:solidFill>
                <a:latin typeface="Arial"/>
                <a:ea typeface="Arial"/>
                <a:cs typeface="Arial"/>
              </a:rPr>
              <a:t>Train</a:t>
            </a:r>
          </a:p>
        </p:txBody>
      </p:sp>
      <p:sp>
        <p:nvSpPr>
          <p:cNvPr id="23" name="">
            <a:extLst xmlns:a="http://schemas.openxmlformats.org/drawingml/2006/main">
              <a:ext uri="{FF2B5EF4-FFF2-40B4-BE49-F238E27FC236}">
                <a16:creationId xmlns:a16="http://schemas.microsoft.com/office/drawing/2014/main" id="{CAD40619-8C9F-4B22-B9F1-9D18E7714759}"/>
              </a:ext>
            </a:extLst>
          </p:cNvPr>
          <p:cNvSpPr>
            <a:spLocks xmlns:a="http://schemas.openxmlformats.org/drawingml/2006/main" noGrp="1"/>
          </p:cNvSpPr>
          <p:nvPr/>
        </p:nvSpPr>
        <p:spPr>
          <a:xfrm xmlns:a="http://schemas.openxmlformats.org/drawingml/2006/main">
            <a:off x="7715250" y="3590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43D9C3"/>
                </a:solidFill>
                <a:latin typeface="Arial"/>
                <a:ea typeface="Arial"/>
                <a:cs typeface="Arial"/>
              </a:defRPr>
            </a:defPPr>
            <a:lvl1pPr algn="l">
              <a:defRPr sz="1275" b="1">
                <a:solidFill>
                  <a:srgbClr val="43D9C3"/>
                </a:solidFill>
                <a:latin typeface="Arial"/>
                <a:ea typeface="Arial"/>
                <a:cs typeface="Arial"/>
              </a:defRPr>
            </a:lvl1pPr>
            <a:lvl2pPr algn="l">
              <a:defRPr sz="1275" b="1">
                <a:solidFill>
                  <a:srgbClr val="43D9C3"/>
                </a:solidFill>
                <a:latin typeface="Arial"/>
                <a:ea typeface="Arial"/>
                <a:cs typeface="Arial"/>
              </a:defRPr>
            </a:lvl2pPr>
            <a:lvl3pPr algn="l">
              <a:defRPr sz="1275" b="1">
                <a:solidFill>
                  <a:srgbClr val="43D9C3"/>
                </a:solidFill>
                <a:latin typeface="Arial"/>
                <a:ea typeface="Arial"/>
                <a:cs typeface="Arial"/>
              </a:defRPr>
            </a:lvl3pPr>
            <a:lvl4pPr algn="l">
              <a:defRPr sz="1275" b="1">
                <a:solidFill>
                  <a:srgbClr val="43D9C3"/>
                </a:solidFill>
                <a:latin typeface="Arial"/>
                <a:ea typeface="Arial"/>
                <a:cs typeface="Arial"/>
              </a:defRPr>
            </a:lvl4pPr>
            <a:lvl5pPr algn="l">
              <a:defRPr sz="1275" b="1">
                <a:solidFill>
                  <a:srgbClr val="43D9C3"/>
                </a:solidFill>
                <a:latin typeface="Arial"/>
                <a:ea typeface="Arial"/>
                <a:cs typeface="Arial"/>
              </a:defRPr>
            </a:lvl5pPr>
            <a:lvl6pPr algn="l">
              <a:defRPr sz="1275" b="1">
                <a:solidFill>
                  <a:srgbClr val="43D9C3"/>
                </a:solidFill>
                <a:latin typeface="Arial"/>
                <a:ea typeface="Arial"/>
                <a:cs typeface="Arial"/>
              </a:defRPr>
            </a:lvl6pPr>
            <a:lvl7pPr algn="l">
              <a:defRPr sz="1275" b="1">
                <a:solidFill>
                  <a:srgbClr val="43D9C3"/>
                </a:solidFill>
                <a:latin typeface="Arial"/>
                <a:ea typeface="Arial"/>
                <a:cs typeface="Arial"/>
              </a:defRPr>
            </a:lvl7pPr>
            <a:lvl8pPr algn="l">
              <a:defRPr sz="1275" b="1">
                <a:solidFill>
                  <a:srgbClr val="43D9C3"/>
                </a:solidFill>
                <a:latin typeface="Arial"/>
                <a:ea typeface="Arial"/>
                <a:cs typeface="Arial"/>
              </a:defRPr>
            </a:lvl8pPr>
            <a:lvl9pPr algn="l">
              <a:defRPr sz="1275" b="1">
                <a:solidFill>
                  <a:srgbClr val="43D9C3"/>
                </a:solidFill>
                <a:latin typeface="Arial"/>
                <a:ea typeface="Arial"/>
                <a:cs typeface="Arial"/>
              </a:defRPr>
            </a:lvl9pPr>
          </a:lstStyle>
          <a:p xmlns:a="http://schemas.openxmlformats.org/drawingml/2006/main">
            <a:pPr algn="l">
              <a:defRPr sz="1275" b="1">
                <a:solidFill>
                  <a:srgbClr val="43D9C3"/>
                </a:solidFill>
                <a:latin typeface="Arial"/>
                <a:ea typeface="Arial"/>
                <a:cs typeface="Arial"/>
              </a:defRPr>
            </a:pPr>
            <a:r>
              <a:rPr sz="1275" b="1">
                <a:solidFill>
                  <a:srgbClr val="43D9C3"/>
                </a:solidFill>
                <a:latin typeface="Arial"/>
                <a:ea typeface="Arial"/>
                <a:cs typeface="Arial"/>
              </a:rPr>
              <a:t>FLUX</a:t>
            </a:r>
          </a:p>
        </p:txBody>
      </p:sp>
      <p:sp>
        <p:nvSpPr>
          <p:cNvPr id="24" name="">
            <a:extLst xmlns:a="http://schemas.openxmlformats.org/drawingml/2006/main">
              <a:ext uri="{FF2B5EF4-FFF2-40B4-BE49-F238E27FC236}">
                <a16:creationId xmlns:a16="http://schemas.microsoft.com/office/drawing/2014/main" id="{B95F5333-DC8A-4246-883E-C3366207CDBE}"/>
              </a:ext>
            </a:extLst>
          </p:cNvPr>
          <p:cNvSpPr>
            <a:spLocks xmlns:a="http://schemas.openxmlformats.org/drawingml/2006/main" noGrp="1"/>
          </p:cNvSpPr>
          <p:nvPr/>
        </p:nvSpPr>
        <p:spPr>
          <a:xfrm xmlns:a="http://schemas.openxmlformats.org/drawingml/2006/main">
            <a:off x="6496050" y="40481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3F5F6"/>
                </a:solidFill>
                <a:latin typeface="Arial"/>
                <a:ea typeface="Arial"/>
                <a:cs typeface="Arial"/>
              </a:defRPr>
            </a:defPPr>
            <a:lvl1pPr algn="l">
              <a:defRPr sz="1275" b="1">
                <a:solidFill>
                  <a:srgbClr val="F3F5F6"/>
                </a:solidFill>
                <a:latin typeface="Arial"/>
                <a:ea typeface="Arial"/>
                <a:cs typeface="Arial"/>
              </a:defRPr>
            </a:lvl1pPr>
            <a:lvl2pPr algn="l">
              <a:defRPr sz="1275" b="1">
                <a:solidFill>
                  <a:srgbClr val="F3F5F6"/>
                </a:solidFill>
                <a:latin typeface="Arial"/>
                <a:ea typeface="Arial"/>
                <a:cs typeface="Arial"/>
              </a:defRPr>
            </a:lvl2pPr>
            <a:lvl3pPr algn="l">
              <a:defRPr sz="1275" b="1">
                <a:solidFill>
                  <a:srgbClr val="F3F5F6"/>
                </a:solidFill>
                <a:latin typeface="Arial"/>
                <a:ea typeface="Arial"/>
                <a:cs typeface="Arial"/>
              </a:defRPr>
            </a:lvl3pPr>
            <a:lvl4pPr algn="l">
              <a:defRPr sz="1275" b="1">
                <a:solidFill>
                  <a:srgbClr val="F3F5F6"/>
                </a:solidFill>
                <a:latin typeface="Arial"/>
                <a:ea typeface="Arial"/>
                <a:cs typeface="Arial"/>
              </a:defRPr>
            </a:lvl4pPr>
            <a:lvl5pPr algn="l">
              <a:defRPr sz="1275" b="1">
                <a:solidFill>
                  <a:srgbClr val="F3F5F6"/>
                </a:solidFill>
                <a:latin typeface="Arial"/>
                <a:ea typeface="Arial"/>
                <a:cs typeface="Arial"/>
              </a:defRPr>
            </a:lvl5pPr>
            <a:lvl6pPr algn="l">
              <a:defRPr sz="1275" b="1">
                <a:solidFill>
                  <a:srgbClr val="F3F5F6"/>
                </a:solidFill>
                <a:latin typeface="Arial"/>
                <a:ea typeface="Arial"/>
                <a:cs typeface="Arial"/>
              </a:defRPr>
            </a:lvl6pPr>
            <a:lvl7pPr algn="l">
              <a:defRPr sz="1275" b="1">
                <a:solidFill>
                  <a:srgbClr val="F3F5F6"/>
                </a:solidFill>
                <a:latin typeface="Arial"/>
                <a:ea typeface="Arial"/>
                <a:cs typeface="Arial"/>
              </a:defRPr>
            </a:lvl7pPr>
            <a:lvl8pPr algn="l">
              <a:defRPr sz="1275" b="1">
                <a:solidFill>
                  <a:srgbClr val="F3F5F6"/>
                </a:solidFill>
                <a:latin typeface="Arial"/>
                <a:ea typeface="Arial"/>
                <a:cs typeface="Arial"/>
              </a:defRPr>
            </a:lvl8pPr>
            <a:lvl9pPr algn="l">
              <a:defRPr sz="1275" b="1">
                <a:solidFill>
                  <a:srgbClr val="F3F5F6"/>
                </a:solidFill>
                <a:latin typeface="Arial"/>
                <a:ea typeface="Arial"/>
                <a:cs typeface="Arial"/>
              </a:defRPr>
            </a:lvl9pPr>
          </a:lstStyle>
          <a:p xmlns:a="http://schemas.openxmlformats.org/drawingml/2006/main">
            <a:pPr algn="l">
              <a:defRPr sz="1275" b="1">
                <a:solidFill>
                  <a:srgbClr val="F3F5F6"/>
                </a:solidFill>
                <a:latin typeface="Arial"/>
                <a:ea typeface="Arial"/>
                <a:cs typeface="Arial"/>
              </a:defRPr>
            </a:pPr>
            <a:r>
              <a:rPr sz="1275" b="1">
                <a:solidFill>
                  <a:srgbClr val="F3F5F6"/>
                </a:solidFill>
                <a:latin typeface="Arial"/>
                <a:ea typeface="Arial"/>
                <a:cs typeface="Arial"/>
              </a:rPr>
              <a:t>Validation</a:t>
            </a:r>
          </a:p>
        </p:txBody>
      </p:sp>
      <p:sp>
        <p:nvSpPr>
          <p:cNvPr id="25" name="">
            <a:extLst xmlns:a="http://schemas.openxmlformats.org/drawingml/2006/main">
              <a:ext uri="{FF2B5EF4-FFF2-40B4-BE49-F238E27FC236}">
                <a16:creationId xmlns:a16="http://schemas.microsoft.com/office/drawing/2014/main" id="{399D6E32-7269-4CC8-9E49-8A310217F1A4}"/>
              </a:ext>
            </a:extLst>
          </p:cNvPr>
          <p:cNvSpPr>
            <a:spLocks xmlns:a="http://schemas.openxmlformats.org/drawingml/2006/main" noGrp="1"/>
          </p:cNvSpPr>
          <p:nvPr/>
        </p:nvSpPr>
        <p:spPr>
          <a:xfrm xmlns:a="http://schemas.openxmlformats.org/drawingml/2006/main">
            <a:off x="7715250" y="40481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B454"/>
                </a:solidFill>
                <a:latin typeface="Arial"/>
                <a:ea typeface="Arial"/>
                <a:cs typeface="Arial"/>
              </a:defRPr>
            </a:defPPr>
            <a:lvl1pPr algn="l">
              <a:defRPr sz="1275" b="1">
                <a:solidFill>
                  <a:srgbClr val="FFB454"/>
                </a:solidFill>
                <a:latin typeface="Arial"/>
                <a:ea typeface="Arial"/>
                <a:cs typeface="Arial"/>
              </a:defRPr>
            </a:lvl1pPr>
            <a:lvl2pPr algn="l">
              <a:defRPr sz="1275" b="1">
                <a:solidFill>
                  <a:srgbClr val="FFB454"/>
                </a:solidFill>
                <a:latin typeface="Arial"/>
                <a:ea typeface="Arial"/>
                <a:cs typeface="Arial"/>
              </a:defRPr>
            </a:lvl2pPr>
            <a:lvl3pPr algn="l">
              <a:defRPr sz="1275" b="1">
                <a:solidFill>
                  <a:srgbClr val="FFB454"/>
                </a:solidFill>
                <a:latin typeface="Arial"/>
                <a:ea typeface="Arial"/>
                <a:cs typeface="Arial"/>
              </a:defRPr>
            </a:lvl3pPr>
            <a:lvl4pPr algn="l">
              <a:defRPr sz="1275" b="1">
                <a:solidFill>
                  <a:srgbClr val="FFB454"/>
                </a:solidFill>
                <a:latin typeface="Arial"/>
                <a:ea typeface="Arial"/>
                <a:cs typeface="Arial"/>
              </a:defRPr>
            </a:lvl4pPr>
            <a:lvl5pPr algn="l">
              <a:defRPr sz="1275" b="1">
                <a:solidFill>
                  <a:srgbClr val="FFB454"/>
                </a:solidFill>
                <a:latin typeface="Arial"/>
                <a:ea typeface="Arial"/>
                <a:cs typeface="Arial"/>
              </a:defRPr>
            </a:lvl5pPr>
            <a:lvl6pPr algn="l">
              <a:defRPr sz="1275" b="1">
                <a:solidFill>
                  <a:srgbClr val="FFB454"/>
                </a:solidFill>
                <a:latin typeface="Arial"/>
                <a:ea typeface="Arial"/>
                <a:cs typeface="Arial"/>
              </a:defRPr>
            </a:lvl6pPr>
            <a:lvl7pPr algn="l">
              <a:defRPr sz="1275" b="1">
                <a:solidFill>
                  <a:srgbClr val="FFB454"/>
                </a:solidFill>
                <a:latin typeface="Arial"/>
                <a:ea typeface="Arial"/>
                <a:cs typeface="Arial"/>
              </a:defRPr>
            </a:lvl7pPr>
            <a:lvl8pPr algn="l">
              <a:defRPr sz="1275" b="1">
                <a:solidFill>
                  <a:srgbClr val="FFB454"/>
                </a:solidFill>
                <a:latin typeface="Arial"/>
                <a:ea typeface="Arial"/>
                <a:cs typeface="Arial"/>
              </a:defRPr>
            </a:lvl8pPr>
            <a:lvl9pPr algn="l">
              <a:defRPr sz="1275" b="1">
                <a:solidFill>
                  <a:srgbClr val="FFB454"/>
                </a:solidFill>
                <a:latin typeface="Arial"/>
                <a:ea typeface="Arial"/>
                <a:cs typeface="Arial"/>
              </a:defRPr>
            </a:lvl9pPr>
          </a:lstStyle>
          <a:p xmlns:a="http://schemas.openxmlformats.org/drawingml/2006/main">
            <a:pPr algn="l">
              <a:defRPr sz="1275" b="1">
                <a:solidFill>
                  <a:srgbClr val="FFB454"/>
                </a:solidFill>
                <a:latin typeface="Arial"/>
                <a:ea typeface="Arial"/>
                <a:cs typeface="Arial"/>
              </a:defRPr>
            </a:pPr>
            <a:r>
              <a:rPr sz="1275" b="1">
                <a:solidFill>
                  <a:srgbClr val="FFB454"/>
                </a:solidFill>
                <a:latin typeface="Arial"/>
                <a:ea typeface="Arial"/>
                <a:cs typeface="Arial"/>
              </a:rPr>
              <a:t>SDXL</a:t>
            </a:r>
          </a:p>
        </p:txBody>
      </p:sp>
      <p:sp>
        <p:nvSpPr>
          <p:cNvPr id="26" name="">
            <a:extLst xmlns:a="http://schemas.openxmlformats.org/drawingml/2006/main">
              <a:ext uri="{FF2B5EF4-FFF2-40B4-BE49-F238E27FC236}">
                <a16:creationId xmlns:a16="http://schemas.microsoft.com/office/drawing/2014/main" id="{7A721E49-5D35-4011-AFAD-A6EDC15C460B}"/>
              </a:ext>
            </a:extLst>
          </p:cNvPr>
          <p:cNvSpPr>
            <a:spLocks xmlns:a="http://schemas.openxmlformats.org/drawingml/2006/main" noGrp="1"/>
          </p:cNvSpPr>
          <p:nvPr/>
        </p:nvSpPr>
        <p:spPr>
          <a:xfrm xmlns:a="http://schemas.openxmlformats.org/drawingml/2006/main">
            <a:off x="6496050" y="45053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3F5F6"/>
                </a:solidFill>
                <a:latin typeface="Arial"/>
                <a:ea typeface="Arial"/>
                <a:cs typeface="Arial"/>
              </a:defRPr>
            </a:defPPr>
            <a:lvl1pPr algn="l">
              <a:defRPr sz="1275" b="1">
                <a:solidFill>
                  <a:srgbClr val="F3F5F6"/>
                </a:solidFill>
                <a:latin typeface="Arial"/>
                <a:ea typeface="Arial"/>
                <a:cs typeface="Arial"/>
              </a:defRPr>
            </a:lvl1pPr>
            <a:lvl2pPr algn="l">
              <a:defRPr sz="1275" b="1">
                <a:solidFill>
                  <a:srgbClr val="F3F5F6"/>
                </a:solidFill>
                <a:latin typeface="Arial"/>
                <a:ea typeface="Arial"/>
                <a:cs typeface="Arial"/>
              </a:defRPr>
            </a:lvl2pPr>
            <a:lvl3pPr algn="l">
              <a:defRPr sz="1275" b="1">
                <a:solidFill>
                  <a:srgbClr val="F3F5F6"/>
                </a:solidFill>
                <a:latin typeface="Arial"/>
                <a:ea typeface="Arial"/>
                <a:cs typeface="Arial"/>
              </a:defRPr>
            </a:lvl3pPr>
            <a:lvl4pPr algn="l">
              <a:defRPr sz="1275" b="1">
                <a:solidFill>
                  <a:srgbClr val="F3F5F6"/>
                </a:solidFill>
                <a:latin typeface="Arial"/>
                <a:ea typeface="Arial"/>
                <a:cs typeface="Arial"/>
              </a:defRPr>
            </a:lvl4pPr>
            <a:lvl5pPr algn="l">
              <a:defRPr sz="1275" b="1">
                <a:solidFill>
                  <a:srgbClr val="F3F5F6"/>
                </a:solidFill>
                <a:latin typeface="Arial"/>
                <a:ea typeface="Arial"/>
                <a:cs typeface="Arial"/>
              </a:defRPr>
            </a:lvl5pPr>
            <a:lvl6pPr algn="l">
              <a:defRPr sz="1275" b="1">
                <a:solidFill>
                  <a:srgbClr val="F3F5F6"/>
                </a:solidFill>
                <a:latin typeface="Arial"/>
                <a:ea typeface="Arial"/>
                <a:cs typeface="Arial"/>
              </a:defRPr>
            </a:lvl6pPr>
            <a:lvl7pPr algn="l">
              <a:defRPr sz="1275" b="1">
                <a:solidFill>
                  <a:srgbClr val="F3F5F6"/>
                </a:solidFill>
                <a:latin typeface="Arial"/>
                <a:ea typeface="Arial"/>
                <a:cs typeface="Arial"/>
              </a:defRPr>
            </a:lvl7pPr>
            <a:lvl8pPr algn="l">
              <a:defRPr sz="1275" b="1">
                <a:solidFill>
                  <a:srgbClr val="F3F5F6"/>
                </a:solidFill>
                <a:latin typeface="Arial"/>
                <a:ea typeface="Arial"/>
                <a:cs typeface="Arial"/>
              </a:defRPr>
            </a:lvl8pPr>
            <a:lvl9pPr algn="l">
              <a:defRPr sz="1275" b="1">
                <a:solidFill>
                  <a:srgbClr val="F3F5F6"/>
                </a:solidFill>
                <a:latin typeface="Arial"/>
                <a:ea typeface="Arial"/>
                <a:cs typeface="Arial"/>
              </a:defRPr>
            </a:lvl9pPr>
          </a:lstStyle>
          <a:p xmlns:a="http://schemas.openxmlformats.org/drawingml/2006/main">
            <a:pPr algn="l">
              <a:defRPr sz="1275" b="1">
                <a:solidFill>
                  <a:srgbClr val="F3F5F6"/>
                </a:solidFill>
                <a:latin typeface="Arial"/>
                <a:ea typeface="Arial"/>
                <a:cs typeface="Arial"/>
              </a:defRPr>
            </a:pPr>
            <a:r>
              <a:rPr sz="1275" b="1">
                <a:solidFill>
                  <a:srgbClr val="F3F5F6"/>
                </a:solidFill>
                <a:latin typeface="Arial"/>
                <a:ea typeface="Arial"/>
                <a:cs typeface="Arial"/>
              </a:rPr>
              <a:t>Test</a:t>
            </a:r>
          </a:p>
        </p:txBody>
      </p:sp>
      <p:sp>
        <p:nvSpPr>
          <p:cNvPr id="27" name="">
            <a:extLst xmlns:a="http://schemas.openxmlformats.org/drawingml/2006/main">
              <a:ext uri="{FF2B5EF4-FFF2-40B4-BE49-F238E27FC236}">
                <a16:creationId xmlns:a16="http://schemas.microsoft.com/office/drawing/2014/main" id="{62FB8CA8-BFC2-4E02-B391-0CACB1D06D11}"/>
              </a:ext>
            </a:extLst>
          </p:cNvPr>
          <p:cNvSpPr>
            <a:spLocks xmlns:a="http://schemas.openxmlformats.org/drawingml/2006/main" noGrp="1"/>
          </p:cNvSpPr>
          <p:nvPr/>
        </p:nvSpPr>
        <p:spPr>
          <a:xfrm xmlns:a="http://schemas.openxmlformats.org/drawingml/2006/main">
            <a:off x="7715250" y="45053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7B72"/>
                </a:solidFill>
                <a:latin typeface="Arial"/>
                <a:ea typeface="Arial"/>
                <a:cs typeface="Arial"/>
              </a:defRPr>
            </a:defPPr>
            <a:lvl1pPr algn="l">
              <a:defRPr sz="1275" b="1">
                <a:solidFill>
                  <a:srgbClr val="FF7B72"/>
                </a:solidFill>
                <a:latin typeface="Arial"/>
                <a:ea typeface="Arial"/>
                <a:cs typeface="Arial"/>
              </a:defRPr>
            </a:lvl1pPr>
            <a:lvl2pPr algn="l">
              <a:defRPr sz="1275" b="1">
                <a:solidFill>
                  <a:srgbClr val="FF7B72"/>
                </a:solidFill>
                <a:latin typeface="Arial"/>
                <a:ea typeface="Arial"/>
                <a:cs typeface="Arial"/>
              </a:defRPr>
            </a:lvl2pPr>
            <a:lvl3pPr algn="l">
              <a:defRPr sz="1275" b="1">
                <a:solidFill>
                  <a:srgbClr val="FF7B72"/>
                </a:solidFill>
                <a:latin typeface="Arial"/>
                <a:ea typeface="Arial"/>
                <a:cs typeface="Arial"/>
              </a:defRPr>
            </a:lvl3pPr>
            <a:lvl4pPr algn="l">
              <a:defRPr sz="1275" b="1">
                <a:solidFill>
                  <a:srgbClr val="FF7B72"/>
                </a:solidFill>
                <a:latin typeface="Arial"/>
                <a:ea typeface="Arial"/>
                <a:cs typeface="Arial"/>
              </a:defRPr>
            </a:lvl4pPr>
            <a:lvl5pPr algn="l">
              <a:defRPr sz="1275" b="1">
                <a:solidFill>
                  <a:srgbClr val="FF7B72"/>
                </a:solidFill>
                <a:latin typeface="Arial"/>
                <a:ea typeface="Arial"/>
                <a:cs typeface="Arial"/>
              </a:defRPr>
            </a:lvl5pPr>
            <a:lvl6pPr algn="l">
              <a:defRPr sz="1275" b="1">
                <a:solidFill>
                  <a:srgbClr val="FF7B72"/>
                </a:solidFill>
                <a:latin typeface="Arial"/>
                <a:ea typeface="Arial"/>
                <a:cs typeface="Arial"/>
              </a:defRPr>
            </a:lvl6pPr>
            <a:lvl7pPr algn="l">
              <a:defRPr sz="1275" b="1">
                <a:solidFill>
                  <a:srgbClr val="FF7B72"/>
                </a:solidFill>
                <a:latin typeface="Arial"/>
                <a:ea typeface="Arial"/>
                <a:cs typeface="Arial"/>
              </a:defRPr>
            </a:lvl7pPr>
            <a:lvl8pPr algn="l">
              <a:defRPr sz="1275" b="1">
                <a:solidFill>
                  <a:srgbClr val="FF7B72"/>
                </a:solidFill>
                <a:latin typeface="Arial"/>
                <a:ea typeface="Arial"/>
                <a:cs typeface="Arial"/>
              </a:defRPr>
            </a:lvl8pPr>
            <a:lvl9pPr algn="l">
              <a:defRPr sz="1275" b="1">
                <a:solidFill>
                  <a:srgbClr val="FF7B72"/>
                </a:solidFill>
                <a:latin typeface="Arial"/>
                <a:ea typeface="Arial"/>
                <a:cs typeface="Arial"/>
              </a:defRPr>
            </a:lvl9pPr>
          </a:lstStyle>
          <a:p xmlns:a="http://schemas.openxmlformats.org/drawingml/2006/main">
            <a:pPr algn="l">
              <a:defRPr sz="1275" b="1">
                <a:solidFill>
                  <a:srgbClr val="FF7B72"/>
                </a:solidFill>
                <a:latin typeface="Arial"/>
                <a:ea typeface="Arial"/>
                <a:cs typeface="Arial"/>
              </a:defRPr>
            </a:pPr>
            <a:r>
              <a:rPr sz="1275" b="1">
                <a:solidFill>
                  <a:srgbClr val="FF7B72"/>
                </a:solidFill>
                <a:latin typeface="Arial"/>
                <a:ea typeface="Arial"/>
                <a:cs typeface="Arial"/>
              </a:rPr>
              <a:t>DALL·E</a:t>
            </a:r>
          </a:p>
        </p:txBody>
      </p:sp>
      <p:sp>
        <p:nvSpPr>
          <p:cNvPr id="28" name="">
            <a:extLst xmlns:a="http://schemas.openxmlformats.org/drawingml/2006/main">
              <a:ext uri="{FF2B5EF4-FFF2-40B4-BE49-F238E27FC236}">
                <a16:creationId xmlns:a16="http://schemas.microsoft.com/office/drawing/2014/main" id="{09A94C86-0802-4F96-811B-D40E48E3408B}"/>
              </a:ext>
            </a:extLst>
          </p:cNvPr>
          <p:cNvSpPr>
            <a:spLocks xmlns:a="http://schemas.openxmlformats.org/drawingml/2006/main" noGrp="1"/>
          </p:cNvSpPr>
          <p:nvPr/>
        </p:nvSpPr>
        <p:spPr>
          <a:xfrm xmlns:a="http://schemas.openxmlformats.org/drawingml/2006/main">
            <a:off x="6496050" y="49339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B7C4CA"/>
                </a:solidFill>
                <a:latin typeface="Arial"/>
                <a:ea typeface="Arial"/>
                <a:cs typeface="Arial"/>
              </a:defRPr>
            </a:defPPr>
            <a:lvl1pPr algn="l">
              <a:defRPr sz="1050" b="0">
                <a:solidFill>
                  <a:srgbClr val="B7C4CA"/>
                </a:solidFill>
                <a:latin typeface="Arial"/>
                <a:ea typeface="Arial"/>
                <a:cs typeface="Arial"/>
              </a:defRPr>
            </a:lvl1pPr>
            <a:lvl2pPr algn="l">
              <a:defRPr sz="1050" b="0">
                <a:solidFill>
                  <a:srgbClr val="B7C4CA"/>
                </a:solidFill>
                <a:latin typeface="Arial"/>
                <a:ea typeface="Arial"/>
                <a:cs typeface="Arial"/>
              </a:defRPr>
            </a:lvl2pPr>
            <a:lvl3pPr algn="l">
              <a:defRPr sz="1050" b="0">
                <a:solidFill>
                  <a:srgbClr val="B7C4CA"/>
                </a:solidFill>
                <a:latin typeface="Arial"/>
                <a:ea typeface="Arial"/>
                <a:cs typeface="Arial"/>
              </a:defRPr>
            </a:lvl3pPr>
            <a:lvl4pPr algn="l">
              <a:defRPr sz="1050" b="0">
                <a:solidFill>
                  <a:srgbClr val="B7C4CA"/>
                </a:solidFill>
                <a:latin typeface="Arial"/>
                <a:ea typeface="Arial"/>
                <a:cs typeface="Arial"/>
              </a:defRPr>
            </a:lvl4pPr>
            <a:lvl5pPr algn="l">
              <a:defRPr sz="1050" b="0">
                <a:solidFill>
                  <a:srgbClr val="B7C4CA"/>
                </a:solidFill>
                <a:latin typeface="Arial"/>
                <a:ea typeface="Arial"/>
                <a:cs typeface="Arial"/>
              </a:defRPr>
            </a:lvl5pPr>
            <a:lvl6pPr algn="l">
              <a:defRPr sz="1050" b="0">
                <a:solidFill>
                  <a:srgbClr val="B7C4CA"/>
                </a:solidFill>
                <a:latin typeface="Arial"/>
                <a:ea typeface="Arial"/>
                <a:cs typeface="Arial"/>
              </a:defRPr>
            </a:lvl6pPr>
            <a:lvl7pPr algn="l">
              <a:defRPr sz="1050" b="0">
                <a:solidFill>
                  <a:srgbClr val="B7C4CA"/>
                </a:solidFill>
                <a:latin typeface="Arial"/>
                <a:ea typeface="Arial"/>
                <a:cs typeface="Arial"/>
              </a:defRPr>
            </a:lvl7pPr>
            <a:lvl8pPr algn="l">
              <a:defRPr sz="1050" b="0">
                <a:solidFill>
                  <a:srgbClr val="B7C4CA"/>
                </a:solidFill>
                <a:latin typeface="Arial"/>
                <a:ea typeface="Arial"/>
                <a:cs typeface="Arial"/>
              </a:defRPr>
            </a:lvl8pPr>
            <a:lvl9pPr algn="l">
              <a:defRPr sz="1050" b="0">
                <a:solidFill>
                  <a:srgbClr val="B7C4CA"/>
                </a:solidFill>
                <a:latin typeface="Arial"/>
                <a:ea typeface="Arial"/>
                <a:cs typeface="Arial"/>
              </a:defRPr>
            </a:lvl9pPr>
          </a:lstStyle>
          <a:p xmlns:a="http://schemas.openxmlformats.org/drawingml/2006/main">
            <a:pPr algn="l">
              <a:defRPr sz="1050" b="0">
                <a:solidFill>
                  <a:srgbClr val="B7C4CA"/>
                </a:solidFill>
                <a:latin typeface="Arial"/>
                <a:ea typeface="Arial"/>
                <a:cs typeface="Arial"/>
              </a:defRPr>
            </a:pPr>
            <a:r>
              <a:rPr sz="1050" b="0">
                <a:solidFill>
                  <a:srgbClr val="B7C4CA"/>
                </a:solidFill>
                <a:latin typeface="Arial"/>
                <a:ea typeface="Arial"/>
                <a:cs typeface="Arial"/>
              </a:rPr>
              <a:t>Repository protocol; not the current demo checkpoint.</a:t>
            </a:r>
          </a:p>
        </p:txBody>
      </p:sp>
      <p:sp>
        <p:nvSpPr>
          <p:cNvPr id="29" name="">
            <a:extLst xmlns:a="http://schemas.openxmlformats.org/drawingml/2006/main">
              <a:ext uri="{FF2B5EF4-FFF2-40B4-BE49-F238E27FC236}">
                <a16:creationId xmlns:a16="http://schemas.microsoft.com/office/drawing/2014/main" id="{99AE28D8-124F-4580-A631-6962AA53F09E}"/>
              </a:ext>
            </a:extLst>
          </p:cNvPr>
          <p:cNvSpPr>
            <a:spLocks xmlns:a="http://schemas.openxmlformats.org/drawingml/2006/main" noGrp="1"/>
          </p:cNvSpPr>
          <p:nvPr/>
        </p:nvSpPr>
        <p:spPr>
          <a:xfrm xmlns:a="http://schemas.openxmlformats.org/drawingml/2006/main">
            <a:off x="647700" y="5591175"/>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B7C4CA"/>
                </a:solidFill>
                <a:latin typeface="Arial"/>
                <a:ea typeface="Arial"/>
                <a:cs typeface="Arial"/>
              </a:defRPr>
            </a:defPPr>
            <a:lvl1pPr algn="l">
              <a:defRPr sz="1275" b="1">
                <a:solidFill>
                  <a:srgbClr val="B7C4CA"/>
                </a:solidFill>
                <a:latin typeface="Arial"/>
                <a:ea typeface="Arial"/>
                <a:cs typeface="Arial"/>
              </a:defRPr>
            </a:lvl1pPr>
            <a:lvl2pPr algn="l">
              <a:defRPr sz="1275" b="1">
                <a:solidFill>
                  <a:srgbClr val="B7C4CA"/>
                </a:solidFill>
                <a:latin typeface="Arial"/>
                <a:ea typeface="Arial"/>
                <a:cs typeface="Arial"/>
              </a:defRPr>
            </a:lvl2pPr>
            <a:lvl3pPr algn="l">
              <a:defRPr sz="1275" b="1">
                <a:solidFill>
                  <a:srgbClr val="B7C4CA"/>
                </a:solidFill>
                <a:latin typeface="Arial"/>
                <a:ea typeface="Arial"/>
                <a:cs typeface="Arial"/>
              </a:defRPr>
            </a:lvl3pPr>
            <a:lvl4pPr algn="l">
              <a:defRPr sz="1275" b="1">
                <a:solidFill>
                  <a:srgbClr val="B7C4CA"/>
                </a:solidFill>
                <a:latin typeface="Arial"/>
                <a:ea typeface="Arial"/>
                <a:cs typeface="Arial"/>
              </a:defRPr>
            </a:lvl4pPr>
            <a:lvl5pPr algn="l">
              <a:defRPr sz="1275" b="1">
                <a:solidFill>
                  <a:srgbClr val="B7C4CA"/>
                </a:solidFill>
                <a:latin typeface="Arial"/>
                <a:ea typeface="Arial"/>
                <a:cs typeface="Arial"/>
              </a:defRPr>
            </a:lvl5pPr>
            <a:lvl6pPr algn="l">
              <a:defRPr sz="1275" b="1">
                <a:solidFill>
                  <a:srgbClr val="B7C4CA"/>
                </a:solidFill>
                <a:latin typeface="Arial"/>
                <a:ea typeface="Arial"/>
                <a:cs typeface="Arial"/>
              </a:defRPr>
            </a:lvl6pPr>
            <a:lvl7pPr algn="l">
              <a:defRPr sz="1275" b="1">
                <a:solidFill>
                  <a:srgbClr val="B7C4CA"/>
                </a:solidFill>
                <a:latin typeface="Arial"/>
                <a:ea typeface="Arial"/>
                <a:cs typeface="Arial"/>
              </a:defRPr>
            </a:lvl7pPr>
            <a:lvl8pPr algn="l">
              <a:defRPr sz="1275" b="1">
                <a:solidFill>
                  <a:srgbClr val="B7C4CA"/>
                </a:solidFill>
                <a:latin typeface="Arial"/>
                <a:ea typeface="Arial"/>
                <a:cs typeface="Arial"/>
              </a:defRPr>
            </a:lvl8pPr>
            <a:lvl9pPr algn="l">
              <a:defRPr sz="1275" b="1">
                <a:solidFill>
                  <a:srgbClr val="B7C4CA"/>
                </a:solidFill>
                <a:latin typeface="Arial"/>
                <a:ea typeface="Arial"/>
                <a:cs typeface="Arial"/>
              </a:defRPr>
            </a:lvl9pPr>
          </a:lstStyle>
          <a:p xmlns:a="http://schemas.openxmlformats.org/drawingml/2006/main">
            <a:pPr algn="l">
              <a:defRPr sz="1275" b="1">
                <a:solidFill>
                  <a:srgbClr val="B7C4CA"/>
                </a:solidFill>
                <a:latin typeface="Arial"/>
                <a:ea typeface="Arial"/>
                <a:cs typeface="Arial"/>
              </a:defRPr>
            </a:pPr>
            <a:r>
              <a:rPr sz="1275" b="1">
                <a:solidFill>
                  <a:srgbClr val="B7C4CA"/>
                </a:solidFill>
                <a:latin typeface="Arial"/>
                <a:ea typeface="Arial"/>
                <a:cs typeface="Arial"/>
              </a:rPr>
              <a:t>Research limitation: one synthetic dataset family; genuine identities are not guaranteed disjoint.</a:t>
            </a:r>
          </a:p>
        </p:txBody>
      </p:sp>
    </p:spTree>
    <p:extLst>
      <p:ext uri="{BB962C8B-B14F-4D97-AF65-F5344CB8AC3E}">
        <p14:creationId xmlns:p14="http://schemas.microsoft.com/office/powerpoint/2010/main" val="1735398963"/>
      </p:ext>
    </p:extLst>
  </p:cSld>
</p:sld>
</file>

<file path=ppt/slides/slide9.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ED73B15-E3F3-4E2D-893F-CBA01AE8811D}"/>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08  /  INFERENCE + HISTORICAL METRICS</a:t>
            </a:r>
          </a:p>
        </p:txBody>
      </p:sp>
      <p:sp>
        <p:nvSpPr>
          <p:cNvPr id="2" name="">
            <a:extLst xmlns:a="http://schemas.openxmlformats.org/drawingml/2006/main">
              <a:ext uri="{FF2B5EF4-FFF2-40B4-BE49-F238E27FC236}">
                <a16:creationId xmlns:a16="http://schemas.microsoft.com/office/drawing/2014/main" id="{D34B6F7A-605D-45F2-9692-B08EDFDE9858}"/>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Output &amp; recorded evaluation results</a:t>
            </a:r>
          </a:p>
        </p:txBody>
      </p:sp>
      <p:sp>
        <p:nvSpPr>
          <p:cNvPr id="3" name="">
            <a:extLst xmlns:a="http://schemas.openxmlformats.org/drawingml/2006/main">
              <a:ext uri="{FF2B5EF4-FFF2-40B4-BE49-F238E27FC236}">
                <a16:creationId xmlns:a16="http://schemas.microsoft.com/office/drawing/2014/main" id="{CA512806-919A-417E-90DD-A5A822447C20}"/>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51490ACA-61F6-4595-9003-948C5695BE9F}"/>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58CCAC95-380F-40BC-A3E8-86AFE78E6C3B}"/>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18E286FF-4166-45A9-B583-3D265261BC6A}"/>
              </a:ext>
            </a:extLst>
          </p:cNvPr>
          <p:cNvSpPr>
            <a:spLocks xmlns:a="http://schemas.openxmlformats.org/drawingml/2006/main" noGrp="1"/>
          </p:cNvSpPr>
          <p:nvPr/>
        </p:nvSpPr>
        <p:spPr>
          <a:xfrm xmlns:a="http://schemas.openxmlformats.org/drawingml/2006/main">
            <a:off x="628650" y="15621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F3F5F6"/>
                </a:solidFill>
                <a:latin typeface="Arial"/>
                <a:ea typeface="Arial"/>
                <a:cs typeface="Arial"/>
              </a:defRPr>
            </a:defPPr>
            <a:lvl1pPr algn="l">
              <a:defRPr sz="1725" b="1">
                <a:solidFill>
                  <a:srgbClr val="F3F5F6"/>
                </a:solidFill>
                <a:latin typeface="Arial"/>
                <a:ea typeface="Arial"/>
                <a:cs typeface="Arial"/>
              </a:defRPr>
            </a:lvl1pPr>
            <a:lvl2pPr algn="l">
              <a:defRPr sz="1725" b="1">
                <a:solidFill>
                  <a:srgbClr val="F3F5F6"/>
                </a:solidFill>
                <a:latin typeface="Arial"/>
                <a:ea typeface="Arial"/>
                <a:cs typeface="Arial"/>
              </a:defRPr>
            </a:lvl2pPr>
            <a:lvl3pPr algn="l">
              <a:defRPr sz="1725" b="1">
                <a:solidFill>
                  <a:srgbClr val="F3F5F6"/>
                </a:solidFill>
                <a:latin typeface="Arial"/>
                <a:ea typeface="Arial"/>
                <a:cs typeface="Arial"/>
              </a:defRPr>
            </a:lvl3pPr>
            <a:lvl4pPr algn="l">
              <a:defRPr sz="1725" b="1">
                <a:solidFill>
                  <a:srgbClr val="F3F5F6"/>
                </a:solidFill>
                <a:latin typeface="Arial"/>
                <a:ea typeface="Arial"/>
                <a:cs typeface="Arial"/>
              </a:defRPr>
            </a:lvl4pPr>
            <a:lvl5pPr algn="l">
              <a:defRPr sz="1725" b="1">
                <a:solidFill>
                  <a:srgbClr val="F3F5F6"/>
                </a:solidFill>
                <a:latin typeface="Arial"/>
                <a:ea typeface="Arial"/>
                <a:cs typeface="Arial"/>
              </a:defRPr>
            </a:lvl5pPr>
            <a:lvl6pPr algn="l">
              <a:defRPr sz="1725" b="1">
                <a:solidFill>
                  <a:srgbClr val="F3F5F6"/>
                </a:solidFill>
                <a:latin typeface="Arial"/>
                <a:ea typeface="Arial"/>
                <a:cs typeface="Arial"/>
              </a:defRPr>
            </a:lvl6pPr>
            <a:lvl7pPr algn="l">
              <a:defRPr sz="1725" b="1">
                <a:solidFill>
                  <a:srgbClr val="F3F5F6"/>
                </a:solidFill>
                <a:latin typeface="Arial"/>
                <a:ea typeface="Arial"/>
                <a:cs typeface="Arial"/>
              </a:defRPr>
            </a:lvl7pPr>
            <a:lvl8pPr algn="l">
              <a:defRPr sz="1725" b="1">
                <a:solidFill>
                  <a:srgbClr val="F3F5F6"/>
                </a:solidFill>
                <a:latin typeface="Arial"/>
                <a:ea typeface="Arial"/>
                <a:cs typeface="Arial"/>
              </a:defRPr>
            </a:lvl8pPr>
            <a:lvl9pPr algn="l">
              <a:defRPr sz="1725" b="1">
                <a:solidFill>
                  <a:srgbClr val="F3F5F6"/>
                </a:solidFill>
                <a:latin typeface="Arial"/>
                <a:ea typeface="Arial"/>
                <a:cs typeface="Arial"/>
              </a:defRPr>
            </a:lvl9pPr>
          </a:lstStyle>
          <a:p xmlns:a="http://schemas.openxmlformats.org/drawingml/2006/main">
            <a:pPr algn="l">
              <a:defRPr sz="1725" b="1">
                <a:solidFill>
                  <a:srgbClr val="F3F5F6"/>
                </a:solidFill>
                <a:latin typeface="Arial"/>
                <a:ea typeface="Arial"/>
                <a:cs typeface="Arial"/>
              </a:defRPr>
            </a:pPr>
            <a:r>
              <a:rPr sz="1725" b="1">
                <a:solidFill>
                  <a:srgbClr val="F3F5F6"/>
                </a:solidFill>
                <a:latin typeface="Arial"/>
                <a:ea typeface="Arial"/>
                <a:cs typeface="Arial"/>
              </a:rPr>
              <a:t>Illustrative output flow</a:t>
            </a:r>
          </a:p>
        </p:txBody>
      </p:sp>
      <p:sp>
        <p:nvSpPr>
          <p:cNvPr id="7" name="">
            <a:extLst xmlns:a="http://schemas.openxmlformats.org/drawingml/2006/main">
              <a:ext uri="{FF2B5EF4-FFF2-40B4-BE49-F238E27FC236}">
                <a16:creationId xmlns:a16="http://schemas.microsoft.com/office/drawing/2014/main" id="{8F3F0AEB-D62F-46DC-AA0B-346E74B8E2C0}"/>
              </a:ext>
            </a:extLst>
          </p:cNvPr>
          <p:cNvSpPr>
            <a:spLocks xmlns:a="http://schemas.openxmlformats.org/drawingml/2006/main" noGrp="1"/>
          </p:cNvSpPr>
          <p:nvPr/>
        </p:nvSpPr>
        <p:spPr>
          <a:xfrm xmlns:a="http://schemas.openxmlformats.org/drawingml/2006/main">
            <a:off x="619125" y="2095500"/>
            <a:ext cx="2428875" cy="904875"/>
          </a:xfrm>
          <a:prstGeom xmlns:a="http://schemas.openxmlformats.org/drawingml/2006/main" prst="roundRect">
            <a:avLst>
              <a:gd name="adj" fmla="val 8421"/>
            </a:avLst>
          </a:prstGeom>
          <a:solidFill xmlns:a="http://schemas.openxmlformats.org/drawingml/2006/main">
            <a:srgbClr val="223440"/>
          </a:solidFill>
          <a:ln xmlns:a="http://schemas.openxmlformats.org/drawingml/2006/main" w="9525">
            <a:solidFill>
              <a:srgbClr val="40515B"/>
            </a:solidFill>
            <a:prstDash val="solid"/>
          </a:ln>
        </p:spPr>
      </p:sp>
      <p:sp>
        <p:nvSpPr>
          <p:cNvPr id="8" name="">
            <a:extLst xmlns:a="http://schemas.openxmlformats.org/drawingml/2006/main">
              <a:ext uri="{FF2B5EF4-FFF2-40B4-BE49-F238E27FC236}">
                <a16:creationId xmlns:a16="http://schemas.microsoft.com/office/drawing/2014/main" id="{555B1134-A0FB-438F-B5D3-7B30B9A6192B}"/>
              </a:ext>
            </a:extLst>
          </p:cNvPr>
          <p:cNvSpPr>
            <a:spLocks xmlns:a="http://schemas.openxmlformats.org/drawingml/2006/main" noGrp="1"/>
          </p:cNvSpPr>
          <p:nvPr/>
        </p:nvSpPr>
        <p:spPr>
          <a:xfrm xmlns:a="http://schemas.openxmlformats.org/drawingml/2006/main">
            <a:off x="771525" y="220027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43D9C3"/>
                </a:solidFill>
                <a:latin typeface="Arial"/>
                <a:ea typeface="Arial"/>
                <a:cs typeface="Arial"/>
              </a:defRPr>
            </a:defPPr>
            <a:lvl1pPr algn="l">
              <a:defRPr sz="1125" b="1">
                <a:solidFill>
                  <a:srgbClr val="43D9C3"/>
                </a:solidFill>
                <a:latin typeface="Arial"/>
                <a:ea typeface="Arial"/>
                <a:cs typeface="Arial"/>
              </a:defRPr>
            </a:lvl1pPr>
            <a:lvl2pPr algn="l">
              <a:defRPr sz="1125" b="1">
                <a:solidFill>
                  <a:srgbClr val="43D9C3"/>
                </a:solidFill>
                <a:latin typeface="Arial"/>
                <a:ea typeface="Arial"/>
                <a:cs typeface="Arial"/>
              </a:defRPr>
            </a:lvl2pPr>
            <a:lvl3pPr algn="l">
              <a:defRPr sz="1125" b="1">
                <a:solidFill>
                  <a:srgbClr val="43D9C3"/>
                </a:solidFill>
                <a:latin typeface="Arial"/>
                <a:ea typeface="Arial"/>
                <a:cs typeface="Arial"/>
              </a:defRPr>
            </a:lvl3pPr>
            <a:lvl4pPr algn="l">
              <a:defRPr sz="1125" b="1">
                <a:solidFill>
                  <a:srgbClr val="43D9C3"/>
                </a:solidFill>
                <a:latin typeface="Arial"/>
                <a:ea typeface="Arial"/>
                <a:cs typeface="Arial"/>
              </a:defRPr>
            </a:lvl4pPr>
            <a:lvl5pPr algn="l">
              <a:defRPr sz="1125" b="1">
                <a:solidFill>
                  <a:srgbClr val="43D9C3"/>
                </a:solidFill>
                <a:latin typeface="Arial"/>
                <a:ea typeface="Arial"/>
                <a:cs typeface="Arial"/>
              </a:defRPr>
            </a:lvl5pPr>
            <a:lvl6pPr algn="l">
              <a:defRPr sz="1125" b="1">
                <a:solidFill>
                  <a:srgbClr val="43D9C3"/>
                </a:solidFill>
                <a:latin typeface="Arial"/>
                <a:ea typeface="Arial"/>
                <a:cs typeface="Arial"/>
              </a:defRPr>
            </a:lvl6pPr>
            <a:lvl7pPr algn="l">
              <a:defRPr sz="1125" b="1">
                <a:solidFill>
                  <a:srgbClr val="43D9C3"/>
                </a:solidFill>
                <a:latin typeface="Arial"/>
                <a:ea typeface="Arial"/>
                <a:cs typeface="Arial"/>
              </a:defRPr>
            </a:lvl7pPr>
            <a:lvl8pPr algn="l">
              <a:defRPr sz="1125" b="1">
                <a:solidFill>
                  <a:srgbClr val="43D9C3"/>
                </a:solidFill>
                <a:latin typeface="Arial"/>
                <a:ea typeface="Arial"/>
                <a:cs typeface="Arial"/>
              </a:defRPr>
            </a:lvl8pPr>
            <a:lvl9pPr algn="l">
              <a:defRPr sz="1125" b="1">
                <a:solidFill>
                  <a:srgbClr val="43D9C3"/>
                </a:solidFill>
                <a:latin typeface="Arial"/>
                <a:ea typeface="Arial"/>
                <a:cs typeface="Arial"/>
              </a:defRPr>
            </a:lvl9pPr>
          </a:lstStyle>
          <a:p xmlns:a="http://schemas.openxmlformats.org/drawingml/2006/main">
            <a:pPr algn="l">
              <a:defRPr sz="1125" b="1">
                <a:solidFill>
                  <a:srgbClr val="43D9C3"/>
                </a:solidFill>
                <a:latin typeface="Arial"/>
                <a:ea typeface="Arial"/>
                <a:cs typeface="Arial"/>
              </a:defRPr>
            </a:pPr>
            <a:r>
              <a:rPr sz="1125" b="1">
                <a:solidFill>
                  <a:srgbClr val="43D9C3"/>
                </a:solidFill>
                <a:latin typeface="Arial"/>
                <a:ea typeface="Arial"/>
                <a:cs typeface="Arial"/>
              </a:rPr>
              <a:t>IMAGE</a:t>
            </a:r>
          </a:p>
        </p:txBody>
      </p:sp>
      <p:sp>
        <p:nvSpPr>
          <p:cNvPr id="9" name="">
            <a:extLst xmlns:a="http://schemas.openxmlformats.org/drawingml/2006/main">
              <a:ext uri="{FF2B5EF4-FFF2-40B4-BE49-F238E27FC236}">
                <a16:creationId xmlns:a16="http://schemas.microsoft.com/office/drawing/2014/main" id="{EB34166C-358A-479D-87B6-1BB8524E08E0}"/>
              </a:ext>
            </a:extLst>
          </p:cNvPr>
          <p:cNvSpPr>
            <a:spLocks xmlns:a="http://schemas.openxmlformats.org/drawingml/2006/main" noGrp="1"/>
          </p:cNvSpPr>
          <p:nvPr/>
        </p:nvSpPr>
        <p:spPr>
          <a:xfrm xmlns:a="http://schemas.openxmlformats.org/drawingml/2006/main">
            <a:off x="771525" y="2552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F3F5F6"/>
                </a:solidFill>
                <a:latin typeface="Arial"/>
                <a:ea typeface="Arial"/>
                <a:cs typeface="Arial"/>
              </a:defRPr>
            </a:defPPr>
            <a:lvl1pPr algn="l">
              <a:defRPr sz="1275" b="0">
                <a:solidFill>
                  <a:srgbClr val="F3F5F6"/>
                </a:solidFill>
                <a:latin typeface="Arial"/>
                <a:ea typeface="Arial"/>
                <a:cs typeface="Arial"/>
              </a:defRPr>
            </a:lvl1pPr>
            <a:lvl2pPr algn="l">
              <a:defRPr sz="1275" b="0">
                <a:solidFill>
                  <a:srgbClr val="F3F5F6"/>
                </a:solidFill>
                <a:latin typeface="Arial"/>
                <a:ea typeface="Arial"/>
                <a:cs typeface="Arial"/>
              </a:defRPr>
            </a:lvl2pPr>
            <a:lvl3pPr algn="l">
              <a:defRPr sz="1275" b="0">
                <a:solidFill>
                  <a:srgbClr val="F3F5F6"/>
                </a:solidFill>
                <a:latin typeface="Arial"/>
                <a:ea typeface="Arial"/>
                <a:cs typeface="Arial"/>
              </a:defRPr>
            </a:lvl3pPr>
            <a:lvl4pPr algn="l">
              <a:defRPr sz="1275" b="0">
                <a:solidFill>
                  <a:srgbClr val="F3F5F6"/>
                </a:solidFill>
                <a:latin typeface="Arial"/>
                <a:ea typeface="Arial"/>
                <a:cs typeface="Arial"/>
              </a:defRPr>
            </a:lvl4pPr>
            <a:lvl5pPr algn="l">
              <a:defRPr sz="1275" b="0">
                <a:solidFill>
                  <a:srgbClr val="F3F5F6"/>
                </a:solidFill>
                <a:latin typeface="Arial"/>
                <a:ea typeface="Arial"/>
                <a:cs typeface="Arial"/>
              </a:defRPr>
            </a:lvl5pPr>
            <a:lvl6pPr algn="l">
              <a:defRPr sz="1275" b="0">
                <a:solidFill>
                  <a:srgbClr val="F3F5F6"/>
                </a:solidFill>
                <a:latin typeface="Arial"/>
                <a:ea typeface="Arial"/>
                <a:cs typeface="Arial"/>
              </a:defRPr>
            </a:lvl6pPr>
            <a:lvl7pPr algn="l">
              <a:defRPr sz="1275" b="0">
                <a:solidFill>
                  <a:srgbClr val="F3F5F6"/>
                </a:solidFill>
                <a:latin typeface="Arial"/>
                <a:ea typeface="Arial"/>
                <a:cs typeface="Arial"/>
              </a:defRPr>
            </a:lvl7pPr>
            <a:lvl8pPr algn="l">
              <a:defRPr sz="1275" b="0">
                <a:solidFill>
                  <a:srgbClr val="F3F5F6"/>
                </a:solidFill>
                <a:latin typeface="Arial"/>
                <a:ea typeface="Arial"/>
                <a:cs typeface="Arial"/>
              </a:defRPr>
            </a:lvl8pPr>
            <a:lvl9pPr algn="l">
              <a:defRPr sz="1275" b="0">
                <a:solidFill>
                  <a:srgbClr val="F3F5F6"/>
                </a:solidFill>
                <a:latin typeface="Arial"/>
                <a:ea typeface="Arial"/>
                <a:cs typeface="Arial"/>
              </a:defRPr>
            </a:lvl9pPr>
          </a:lstStyle>
          <a:p xmlns:a="http://schemas.openxmlformats.org/drawingml/2006/main">
            <a:pPr algn="l">
              <a:defRPr sz="1275" b="0">
                <a:solidFill>
                  <a:srgbClr val="F3F5F6"/>
                </a:solidFill>
                <a:latin typeface="Arial"/>
                <a:ea typeface="Arial"/>
                <a:cs typeface="Arial"/>
              </a:defRPr>
            </a:pPr>
            <a:r>
              <a:rPr sz="1275" b="0">
                <a:solidFill>
                  <a:srgbClr val="F3F5F6"/>
                </a:solidFill>
                <a:latin typeface="Arial"/>
                <a:ea typeface="Arial"/>
                <a:cs typeface="Arial"/>
              </a:rPr>
              <a:t>uploaded</a:t>
            </a:r>
          </a:p>
        </p:txBody>
      </p:sp>
      <p:sp>
        <p:nvSpPr>
          <p:cNvPr id="10" name="">
            <a:extLst xmlns:a="http://schemas.openxmlformats.org/drawingml/2006/main">
              <a:ext uri="{FF2B5EF4-FFF2-40B4-BE49-F238E27FC236}">
                <a16:creationId xmlns:a16="http://schemas.microsoft.com/office/drawing/2014/main" id="{1AF66A45-0C0B-4665-AF9C-D1B29164200E}"/>
              </a:ext>
            </a:extLst>
          </p:cNvPr>
          <p:cNvSpPr>
            <a:spLocks xmlns:a="http://schemas.openxmlformats.org/drawingml/2006/main" noGrp="1"/>
          </p:cNvSpPr>
          <p:nvPr/>
        </p:nvSpPr>
        <p:spPr>
          <a:xfrm xmlns:a="http://schemas.openxmlformats.org/drawingml/2006/main">
            <a:off x="3076575" y="23526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FFB454"/>
                </a:solidFill>
                <a:latin typeface="Arial"/>
                <a:ea typeface="Arial"/>
                <a:cs typeface="Arial"/>
              </a:defRPr>
            </a:defPPr>
            <a:lvl1pPr algn="ctr">
              <a:defRPr sz="1800" b="1">
                <a:solidFill>
                  <a:srgbClr val="FFB454"/>
                </a:solidFill>
                <a:latin typeface="Arial"/>
                <a:ea typeface="Arial"/>
                <a:cs typeface="Arial"/>
              </a:defRPr>
            </a:lvl1pPr>
            <a:lvl2pPr algn="ctr">
              <a:defRPr sz="1800" b="1">
                <a:solidFill>
                  <a:srgbClr val="FFB454"/>
                </a:solidFill>
                <a:latin typeface="Arial"/>
                <a:ea typeface="Arial"/>
                <a:cs typeface="Arial"/>
              </a:defRPr>
            </a:lvl2pPr>
            <a:lvl3pPr algn="ctr">
              <a:defRPr sz="1800" b="1">
                <a:solidFill>
                  <a:srgbClr val="FFB454"/>
                </a:solidFill>
                <a:latin typeface="Arial"/>
                <a:ea typeface="Arial"/>
                <a:cs typeface="Arial"/>
              </a:defRPr>
            </a:lvl3pPr>
            <a:lvl4pPr algn="ctr">
              <a:defRPr sz="1800" b="1">
                <a:solidFill>
                  <a:srgbClr val="FFB454"/>
                </a:solidFill>
                <a:latin typeface="Arial"/>
                <a:ea typeface="Arial"/>
                <a:cs typeface="Arial"/>
              </a:defRPr>
            </a:lvl4pPr>
            <a:lvl5pPr algn="ctr">
              <a:defRPr sz="1800" b="1">
                <a:solidFill>
                  <a:srgbClr val="FFB454"/>
                </a:solidFill>
                <a:latin typeface="Arial"/>
                <a:ea typeface="Arial"/>
                <a:cs typeface="Arial"/>
              </a:defRPr>
            </a:lvl5pPr>
            <a:lvl6pPr algn="ctr">
              <a:defRPr sz="1800" b="1">
                <a:solidFill>
                  <a:srgbClr val="FFB454"/>
                </a:solidFill>
                <a:latin typeface="Arial"/>
                <a:ea typeface="Arial"/>
                <a:cs typeface="Arial"/>
              </a:defRPr>
            </a:lvl6pPr>
            <a:lvl7pPr algn="ctr">
              <a:defRPr sz="1800" b="1">
                <a:solidFill>
                  <a:srgbClr val="FFB454"/>
                </a:solidFill>
                <a:latin typeface="Arial"/>
                <a:ea typeface="Arial"/>
                <a:cs typeface="Arial"/>
              </a:defRPr>
            </a:lvl7pPr>
            <a:lvl8pPr algn="ctr">
              <a:defRPr sz="1800" b="1">
                <a:solidFill>
                  <a:srgbClr val="FFB454"/>
                </a:solidFill>
                <a:latin typeface="Arial"/>
                <a:ea typeface="Arial"/>
                <a:cs typeface="Arial"/>
              </a:defRPr>
            </a:lvl8pPr>
            <a:lvl9pPr algn="ctr">
              <a:defRPr sz="1800" b="1">
                <a:solidFill>
                  <a:srgbClr val="FFB454"/>
                </a:solidFill>
                <a:latin typeface="Arial"/>
                <a:ea typeface="Arial"/>
                <a:cs typeface="Arial"/>
              </a:defRPr>
            </a:lvl9pPr>
          </a:lstStyle>
          <a:p xmlns:a="http://schemas.openxmlformats.org/drawingml/2006/main">
            <a:pPr algn="ctr">
              <a:defRPr sz="1800" b="1">
                <a:solidFill>
                  <a:srgbClr val="FFB454"/>
                </a:solidFill>
                <a:latin typeface="Arial"/>
                <a:ea typeface="Arial"/>
                <a:cs typeface="Arial"/>
              </a:defRPr>
            </a:pPr>
            <a:r>
              <a:rPr sz="1800" b="1">
                <a:solidFill>
                  <a:srgbClr val="FFB454"/>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0E06C3AA-7208-4F1D-AECE-046D12A96F22}"/>
              </a:ext>
            </a:extLst>
          </p:cNvPr>
          <p:cNvSpPr>
            <a:spLocks xmlns:a="http://schemas.openxmlformats.org/drawingml/2006/main" noGrp="1"/>
          </p:cNvSpPr>
          <p:nvPr/>
        </p:nvSpPr>
        <p:spPr>
          <a:xfrm xmlns:a="http://schemas.openxmlformats.org/drawingml/2006/main">
            <a:off x="3476625" y="2095500"/>
            <a:ext cx="2428875" cy="904875"/>
          </a:xfrm>
          <a:prstGeom xmlns:a="http://schemas.openxmlformats.org/drawingml/2006/main" prst="roundRect">
            <a:avLst>
              <a:gd name="adj" fmla="val 8421"/>
            </a:avLst>
          </a:prstGeom>
          <a:solidFill xmlns:a="http://schemas.openxmlformats.org/drawingml/2006/main">
            <a:srgbClr val="223440"/>
          </a:solidFill>
          <a:ln xmlns:a="http://schemas.openxmlformats.org/drawingml/2006/main" w="9525">
            <a:solidFill>
              <a:srgbClr val="40515B"/>
            </a:solidFill>
            <a:prstDash val="solid"/>
          </a:ln>
        </p:spPr>
      </p:sp>
      <p:sp>
        <p:nvSpPr>
          <p:cNvPr id="12" name="">
            <a:extLst xmlns:a="http://schemas.openxmlformats.org/drawingml/2006/main">
              <a:ext uri="{FF2B5EF4-FFF2-40B4-BE49-F238E27FC236}">
                <a16:creationId xmlns:a16="http://schemas.microsoft.com/office/drawing/2014/main" id="{EB773B55-7D8A-42A9-BC56-99A1271C2AD3}"/>
              </a:ext>
            </a:extLst>
          </p:cNvPr>
          <p:cNvSpPr>
            <a:spLocks xmlns:a="http://schemas.openxmlformats.org/drawingml/2006/main" noGrp="1"/>
          </p:cNvSpPr>
          <p:nvPr/>
        </p:nvSpPr>
        <p:spPr>
          <a:xfrm xmlns:a="http://schemas.openxmlformats.org/drawingml/2006/main">
            <a:off x="3629025" y="220027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FFB454"/>
                </a:solidFill>
                <a:latin typeface="Arial"/>
                <a:ea typeface="Arial"/>
                <a:cs typeface="Arial"/>
              </a:defRPr>
            </a:defPPr>
            <a:lvl1pPr algn="l">
              <a:defRPr sz="1125" b="1">
                <a:solidFill>
                  <a:srgbClr val="FFB454"/>
                </a:solidFill>
                <a:latin typeface="Arial"/>
                <a:ea typeface="Arial"/>
                <a:cs typeface="Arial"/>
              </a:defRPr>
            </a:lvl1pPr>
            <a:lvl2pPr algn="l">
              <a:defRPr sz="1125" b="1">
                <a:solidFill>
                  <a:srgbClr val="FFB454"/>
                </a:solidFill>
                <a:latin typeface="Arial"/>
                <a:ea typeface="Arial"/>
                <a:cs typeface="Arial"/>
              </a:defRPr>
            </a:lvl2pPr>
            <a:lvl3pPr algn="l">
              <a:defRPr sz="1125" b="1">
                <a:solidFill>
                  <a:srgbClr val="FFB454"/>
                </a:solidFill>
                <a:latin typeface="Arial"/>
                <a:ea typeface="Arial"/>
                <a:cs typeface="Arial"/>
              </a:defRPr>
            </a:lvl3pPr>
            <a:lvl4pPr algn="l">
              <a:defRPr sz="1125" b="1">
                <a:solidFill>
                  <a:srgbClr val="FFB454"/>
                </a:solidFill>
                <a:latin typeface="Arial"/>
                <a:ea typeface="Arial"/>
                <a:cs typeface="Arial"/>
              </a:defRPr>
            </a:lvl4pPr>
            <a:lvl5pPr algn="l">
              <a:defRPr sz="1125" b="1">
                <a:solidFill>
                  <a:srgbClr val="FFB454"/>
                </a:solidFill>
                <a:latin typeface="Arial"/>
                <a:ea typeface="Arial"/>
                <a:cs typeface="Arial"/>
              </a:defRPr>
            </a:lvl5pPr>
            <a:lvl6pPr algn="l">
              <a:defRPr sz="1125" b="1">
                <a:solidFill>
                  <a:srgbClr val="FFB454"/>
                </a:solidFill>
                <a:latin typeface="Arial"/>
                <a:ea typeface="Arial"/>
                <a:cs typeface="Arial"/>
              </a:defRPr>
            </a:lvl6pPr>
            <a:lvl7pPr algn="l">
              <a:defRPr sz="1125" b="1">
                <a:solidFill>
                  <a:srgbClr val="FFB454"/>
                </a:solidFill>
                <a:latin typeface="Arial"/>
                <a:ea typeface="Arial"/>
                <a:cs typeface="Arial"/>
              </a:defRPr>
            </a:lvl7pPr>
            <a:lvl8pPr algn="l">
              <a:defRPr sz="1125" b="1">
                <a:solidFill>
                  <a:srgbClr val="FFB454"/>
                </a:solidFill>
                <a:latin typeface="Arial"/>
                <a:ea typeface="Arial"/>
                <a:cs typeface="Arial"/>
              </a:defRPr>
            </a:lvl8pPr>
            <a:lvl9pPr algn="l">
              <a:defRPr sz="1125" b="1">
                <a:solidFill>
                  <a:srgbClr val="FFB454"/>
                </a:solidFill>
                <a:latin typeface="Arial"/>
                <a:ea typeface="Arial"/>
                <a:cs typeface="Arial"/>
              </a:defRPr>
            </a:lvl9pPr>
          </a:lstStyle>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PREDICTION</a:t>
            </a:r>
          </a:p>
        </p:txBody>
      </p:sp>
      <p:sp>
        <p:nvSpPr>
          <p:cNvPr id="13" name="">
            <a:extLst xmlns:a="http://schemas.openxmlformats.org/drawingml/2006/main">
              <a:ext uri="{FF2B5EF4-FFF2-40B4-BE49-F238E27FC236}">
                <a16:creationId xmlns:a16="http://schemas.microsoft.com/office/drawing/2014/main" id="{B3A656E3-1930-4A65-9D64-4AC1AEDB3642}"/>
              </a:ext>
            </a:extLst>
          </p:cNvPr>
          <p:cNvSpPr>
            <a:spLocks xmlns:a="http://schemas.openxmlformats.org/drawingml/2006/main" noGrp="1"/>
          </p:cNvSpPr>
          <p:nvPr/>
        </p:nvSpPr>
        <p:spPr>
          <a:xfrm xmlns:a="http://schemas.openxmlformats.org/drawingml/2006/main">
            <a:off x="3629025" y="2552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F3F5F6"/>
                </a:solidFill>
                <a:latin typeface="Arial"/>
                <a:ea typeface="Arial"/>
                <a:cs typeface="Arial"/>
              </a:defRPr>
            </a:defPPr>
            <a:lvl1pPr algn="l">
              <a:defRPr sz="1275" b="0">
                <a:solidFill>
                  <a:srgbClr val="F3F5F6"/>
                </a:solidFill>
                <a:latin typeface="Arial"/>
                <a:ea typeface="Arial"/>
                <a:cs typeface="Arial"/>
              </a:defRPr>
            </a:lvl1pPr>
            <a:lvl2pPr algn="l">
              <a:defRPr sz="1275" b="0">
                <a:solidFill>
                  <a:srgbClr val="F3F5F6"/>
                </a:solidFill>
                <a:latin typeface="Arial"/>
                <a:ea typeface="Arial"/>
                <a:cs typeface="Arial"/>
              </a:defRPr>
            </a:lvl2pPr>
            <a:lvl3pPr algn="l">
              <a:defRPr sz="1275" b="0">
                <a:solidFill>
                  <a:srgbClr val="F3F5F6"/>
                </a:solidFill>
                <a:latin typeface="Arial"/>
                <a:ea typeface="Arial"/>
                <a:cs typeface="Arial"/>
              </a:defRPr>
            </a:lvl3pPr>
            <a:lvl4pPr algn="l">
              <a:defRPr sz="1275" b="0">
                <a:solidFill>
                  <a:srgbClr val="F3F5F6"/>
                </a:solidFill>
                <a:latin typeface="Arial"/>
                <a:ea typeface="Arial"/>
                <a:cs typeface="Arial"/>
              </a:defRPr>
            </a:lvl4pPr>
            <a:lvl5pPr algn="l">
              <a:defRPr sz="1275" b="0">
                <a:solidFill>
                  <a:srgbClr val="F3F5F6"/>
                </a:solidFill>
                <a:latin typeface="Arial"/>
                <a:ea typeface="Arial"/>
                <a:cs typeface="Arial"/>
              </a:defRPr>
            </a:lvl5pPr>
            <a:lvl6pPr algn="l">
              <a:defRPr sz="1275" b="0">
                <a:solidFill>
                  <a:srgbClr val="F3F5F6"/>
                </a:solidFill>
                <a:latin typeface="Arial"/>
                <a:ea typeface="Arial"/>
                <a:cs typeface="Arial"/>
              </a:defRPr>
            </a:lvl6pPr>
            <a:lvl7pPr algn="l">
              <a:defRPr sz="1275" b="0">
                <a:solidFill>
                  <a:srgbClr val="F3F5F6"/>
                </a:solidFill>
                <a:latin typeface="Arial"/>
                <a:ea typeface="Arial"/>
                <a:cs typeface="Arial"/>
              </a:defRPr>
            </a:lvl7pPr>
            <a:lvl8pPr algn="l">
              <a:defRPr sz="1275" b="0">
                <a:solidFill>
                  <a:srgbClr val="F3F5F6"/>
                </a:solidFill>
                <a:latin typeface="Arial"/>
                <a:ea typeface="Arial"/>
                <a:cs typeface="Arial"/>
              </a:defRPr>
            </a:lvl8pPr>
            <a:lvl9pPr algn="l">
              <a:defRPr sz="1275" b="0">
                <a:solidFill>
                  <a:srgbClr val="F3F5F6"/>
                </a:solidFill>
                <a:latin typeface="Arial"/>
                <a:ea typeface="Arial"/>
                <a:cs typeface="Arial"/>
              </a:defRPr>
            </a:lvl9pPr>
          </a:lstStyle>
          <a:p xmlns:a="http://schemas.openxmlformats.org/drawingml/2006/main">
            <a:pPr algn="l">
              <a:defRPr sz="1275" b="0">
                <a:solidFill>
                  <a:srgbClr val="F3F5F6"/>
                </a:solidFill>
                <a:latin typeface="Arial"/>
                <a:ea typeface="Arial"/>
                <a:cs typeface="Arial"/>
              </a:defRPr>
            </a:pPr>
            <a:r>
              <a:rPr sz="1275" b="0">
                <a:solidFill>
                  <a:srgbClr val="F3F5F6"/>
                </a:solidFill>
                <a:latin typeface="Arial"/>
                <a:ea typeface="Arial"/>
                <a:cs typeface="Arial"/>
              </a:rPr>
              <a:t>class + raw score</a:t>
            </a:r>
          </a:p>
        </p:txBody>
      </p:sp>
      <p:sp>
        <p:nvSpPr>
          <p:cNvPr id="14" name="">
            <a:extLst xmlns:a="http://schemas.openxmlformats.org/drawingml/2006/main">
              <a:ext uri="{FF2B5EF4-FFF2-40B4-BE49-F238E27FC236}">
                <a16:creationId xmlns:a16="http://schemas.microsoft.com/office/drawing/2014/main" id="{2E4529D9-6B37-41E4-AD93-18079E1BFCCE}"/>
              </a:ext>
            </a:extLst>
          </p:cNvPr>
          <p:cNvSpPr>
            <a:spLocks xmlns:a="http://schemas.openxmlformats.org/drawingml/2006/main" noGrp="1"/>
          </p:cNvSpPr>
          <p:nvPr/>
        </p:nvSpPr>
        <p:spPr>
          <a:xfrm xmlns:a="http://schemas.openxmlformats.org/drawingml/2006/main">
            <a:off x="5934075" y="23526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FFB454"/>
                </a:solidFill>
                <a:latin typeface="Arial"/>
                <a:ea typeface="Arial"/>
                <a:cs typeface="Arial"/>
              </a:defRPr>
            </a:defPPr>
            <a:lvl1pPr algn="ctr">
              <a:defRPr sz="1800" b="1">
                <a:solidFill>
                  <a:srgbClr val="FFB454"/>
                </a:solidFill>
                <a:latin typeface="Arial"/>
                <a:ea typeface="Arial"/>
                <a:cs typeface="Arial"/>
              </a:defRPr>
            </a:lvl1pPr>
            <a:lvl2pPr algn="ctr">
              <a:defRPr sz="1800" b="1">
                <a:solidFill>
                  <a:srgbClr val="FFB454"/>
                </a:solidFill>
                <a:latin typeface="Arial"/>
                <a:ea typeface="Arial"/>
                <a:cs typeface="Arial"/>
              </a:defRPr>
            </a:lvl2pPr>
            <a:lvl3pPr algn="ctr">
              <a:defRPr sz="1800" b="1">
                <a:solidFill>
                  <a:srgbClr val="FFB454"/>
                </a:solidFill>
                <a:latin typeface="Arial"/>
                <a:ea typeface="Arial"/>
                <a:cs typeface="Arial"/>
              </a:defRPr>
            </a:lvl3pPr>
            <a:lvl4pPr algn="ctr">
              <a:defRPr sz="1800" b="1">
                <a:solidFill>
                  <a:srgbClr val="FFB454"/>
                </a:solidFill>
                <a:latin typeface="Arial"/>
                <a:ea typeface="Arial"/>
                <a:cs typeface="Arial"/>
              </a:defRPr>
            </a:lvl4pPr>
            <a:lvl5pPr algn="ctr">
              <a:defRPr sz="1800" b="1">
                <a:solidFill>
                  <a:srgbClr val="FFB454"/>
                </a:solidFill>
                <a:latin typeface="Arial"/>
                <a:ea typeface="Arial"/>
                <a:cs typeface="Arial"/>
              </a:defRPr>
            </a:lvl5pPr>
            <a:lvl6pPr algn="ctr">
              <a:defRPr sz="1800" b="1">
                <a:solidFill>
                  <a:srgbClr val="FFB454"/>
                </a:solidFill>
                <a:latin typeface="Arial"/>
                <a:ea typeface="Arial"/>
                <a:cs typeface="Arial"/>
              </a:defRPr>
            </a:lvl6pPr>
            <a:lvl7pPr algn="ctr">
              <a:defRPr sz="1800" b="1">
                <a:solidFill>
                  <a:srgbClr val="FFB454"/>
                </a:solidFill>
                <a:latin typeface="Arial"/>
                <a:ea typeface="Arial"/>
                <a:cs typeface="Arial"/>
              </a:defRPr>
            </a:lvl7pPr>
            <a:lvl8pPr algn="ctr">
              <a:defRPr sz="1800" b="1">
                <a:solidFill>
                  <a:srgbClr val="FFB454"/>
                </a:solidFill>
                <a:latin typeface="Arial"/>
                <a:ea typeface="Arial"/>
                <a:cs typeface="Arial"/>
              </a:defRPr>
            </a:lvl8pPr>
            <a:lvl9pPr algn="ctr">
              <a:defRPr sz="1800" b="1">
                <a:solidFill>
                  <a:srgbClr val="FFB454"/>
                </a:solidFill>
                <a:latin typeface="Arial"/>
                <a:ea typeface="Arial"/>
                <a:cs typeface="Arial"/>
              </a:defRPr>
            </a:lvl9pPr>
          </a:lstStyle>
          <a:p xmlns:a="http://schemas.openxmlformats.org/drawingml/2006/main">
            <a:pPr algn="ctr">
              <a:defRPr sz="1800" b="1">
                <a:solidFill>
                  <a:srgbClr val="FFB454"/>
                </a:solidFill>
                <a:latin typeface="Arial"/>
                <a:ea typeface="Arial"/>
                <a:cs typeface="Arial"/>
              </a:defRPr>
            </a:pPr>
            <a:r>
              <a:rPr sz="1800" b="1">
                <a:solidFill>
                  <a:srgbClr val="FFB454"/>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0959C93D-36EC-4038-BE66-E1BEB9F4599A}"/>
              </a:ext>
            </a:extLst>
          </p:cNvPr>
          <p:cNvSpPr>
            <a:spLocks xmlns:a="http://schemas.openxmlformats.org/drawingml/2006/main" noGrp="1"/>
          </p:cNvSpPr>
          <p:nvPr/>
        </p:nvSpPr>
        <p:spPr>
          <a:xfrm xmlns:a="http://schemas.openxmlformats.org/drawingml/2006/main">
            <a:off x="6334125" y="2095500"/>
            <a:ext cx="2428875" cy="904875"/>
          </a:xfrm>
          <a:prstGeom xmlns:a="http://schemas.openxmlformats.org/drawingml/2006/main" prst="roundRect">
            <a:avLst>
              <a:gd name="adj" fmla="val 8421"/>
            </a:avLst>
          </a:prstGeom>
          <a:solidFill xmlns:a="http://schemas.openxmlformats.org/drawingml/2006/main">
            <a:srgbClr val="223440"/>
          </a:solidFill>
          <a:ln xmlns:a="http://schemas.openxmlformats.org/drawingml/2006/main" w="9525">
            <a:solidFill>
              <a:srgbClr val="40515B"/>
            </a:solidFill>
            <a:prstDash val="solid"/>
          </a:ln>
        </p:spPr>
      </p:sp>
      <p:sp>
        <p:nvSpPr>
          <p:cNvPr id="16" name="">
            <a:extLst xmlns:a="http://schemas.openxmlformats.org/drawingml/2006/main">
              <a:ext uri="{FF2B5EF4-FFF2-40B4-BE49-F238E27FC236}">
                <a16:creationId xmlns:a16="http://schemas.microsoft.com/office/drawing/2014/main" id="{FE21AB61-A9EF-44F0-A3EB-43F27EAF3E62}"/>
              </a:ext>
            </a:extLst>
          </p:cNvPr>
          <p:cNvSpPr>
            <a:spLocks xmlns:a="http://schemas.openxmlformats.org/drawingml/2006/main" noGrp="1"/>
          </p:cNvSpPr>
          <p:nvPr/>
        </p:nvSpPr>
        <p:spPr>
          <a:xfrm xmlns:a="http://schemas.openxmlformats.org/drawingml/2006/main">
            <a:off x="6486525" y="220027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43D9C3"/>
                </a:solidFill>
                <a:latin typeface="Arial"/>
                <a:ea typeface="Arial"/>
                <a:cs typeface="Arial"/>
              </a:defRPr>
            </a:defPPr>
            <a:lvl1pPr algn="l">
              <a:defRPr sz="1125" b="1">
                <a:solidFill>
                  <a:srgbClr val="43D9C3"/>
                </a:solidFill>
                <a:latin typeface="Arial"/>
                <a:ea typeface="Arial"/>
                <a:cs typeface="Arial"/>
              </a:defRPr>
            </a:lvl1pPr>
            <a:lvl2pPr algn="l">
              <a:defRPr sz="1125" b="1">
                <a:solidFill>
                  <a:srgbClr val="43D9C3"/>
                </a:solidFill>
                <a:latin typeface="Arial"/>
                <a:ea typeface="Arial"/>
                <a:cs typeface="Arial"/>
              </a:defRPr>
            </a:lvl2pPr>
            <a:lvl3pPr algn="l">
              <a:defRPr sz="1125" b="1">
                <a:solidFill>
                  <a:srgbClr val="43D9C3"/>
                </a:solidFill>
                <a:latin typeface="Arial"/>
                <a:ea typeface="Arial"/>
                <a:cs typeface="Arial"/>
              </a:defRPr>
            </a:lvl3pPr>
            <a:lvl4pPr algn="l">
              <a:defRPr sz="1125" b="1">
                <a:solidFill>
                  <a:srgbClr val="43D9C3"/>
                </a:solidFill>
                <a:latin typeface="Arial"/>
                <a:ea typeface="Arial"/>
                <a:cs typeface="Arial"/>
              </a:defRPr>
            </a:lvl4pPr>
            <a:lvl5pPr algn="l">
              <a:defRPr sz="1125" b="1">
                <a:solidFill>
                  <a:srgbClr val="43D9C3"/>
                </a:solidFill>
                <a:latin typeface="Arial"/>
                <a:ea typeface="Arial"/>
                <a:cs typeface="Arial"/>
              </a:defRPr>
            </a:lvl5pPr>
            <a:lvl6pPr algn="l">
              <a:defRPr sz="1125" b="1">
                <a:solidFill>
                  <a:srgbClr val="43D9C3"/>
                </a:solidFill>
                <a:latin typeface="Arial"/>
                <a:ea typeface="Arial"/>
                <a:cs typeface="Arial"/>
              </a:defRPr>
            </a:lvl6pPr>
            <a:lvl7pPr algn="l">
              <a:defRPr sz="1125" b="1">
                <a:solidFill>
                  <a:srgbClr val="43D9C3"/>
                </a:solidFill>
                <a:latin typeface="Arial"/>
                <a:ea typeface="Arial"/>
                <a:cs typeface="Arial"/>
              </a:defRPr>
            </a:lvl7pPr>
            <a:lvl8pPr algn="l">
              <a:defRPr sz="1125" b="1">
                <a:solidFill>
                  <a:srgbClr val="43D9C3"/>
                </a:solidFill>
                <a:latin typeface="Arial"/>
                <a:ea typeface="Arial"/>
                <a:cs typeface="Arial"/>
              </a:defRPr>
            </a:lvl8pPr>
            <a:lvl9pPr algn="l">
              <a:defRPr sz="1125" b="1">
                <a:solidFill>
                  <a:srgbClr val="43D9C3"/>
                </a:solidFill>
                <a:latin typeface="Arial"/>
                <a:ea typeface="Arial"/>
                <a:cs typeface="Arial"/>
              </a:defRPr>
            </a:lvl9pPr>
          </a:lstStyle>
          <a:p xmlns:a="http://schemas.openxmlformats.org/drawingml/2006/main">
            <a:pPr algn="l">
              <a:defRPr sz="1125" b="1">
                <a:solidFill>
                  <a:srgbClr val="43D9C3"/>
                </a:solidFill>
                <a:latin typeface="Arial"/>
                <a:ea typeface="Arial"/>
                <a:cs typeface="Arial"/>
              </a:defRPr>
            </a:pPr>
            <a:r>
              <a:rPr sz="1125" b="1">
                <a:solidFill>
                  <a:srgbClr val="43D9C3"/>
                </a:solidFill>
                <a:latin typeface="Arial"/>
                <a:ea typeface="Arial"/>
                <a:cs typeface="Arial"/>
              </a:rPr>
              <a:t>EXPLANATION</a:t>
            </a:r>
          </a:p>
        </p:txBody>
      </p:sp>
      <p:sp>
        <p:nvSpPr>
          <p:cNvPr id="17" name="">
            <a:extLst xmlns:a="http://schemas.openxmlformats.org/drawingml/2006/main">
              <a:ext uri="{FF2B5EF4-FFF2-40B4-BE49-F238E27FC236}">
                <a16:creationId xmlns:a16="http://schemas.microsoft.com/office/drawing/2014/main" id="{D5ABD4E1-F70D-4334-85B1-384B880F98D5}"/>
              </a:ext>
            </a:extLst>
          </p:cNvPr>
          <p:cNvSpPr>
            <a:spLocks xmlns:a="http://schemas.openxmlformats.org/drawingml/2006/main" noGrp="1"/>
          </p:cNvSpPr>
          <p:nvPr/>
        </p:nvSpPr>
        <p:spPr>
          <a:xfrm xmlns:a="http://schemas.openxmlformats.org/drawingml/2006/main">
            <a:off x="6486525" y="2552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F3F5F6"/>
                </a:solidFill>
                <a:latin typeface="Arial"/>
                <a:ea typeface="Arial"/>
                <a:cs typeface="Arial"/>
              </a:defRPr>
            </a:defPPr>
            <a:lvl1pPr algn="l">
              <a:defRPr sz="1275" b="0">
                <a:solidFill>
                  <a:srgbClr val="F3F5F6"/>
                </a:solidFill>
                <a:latin typeface="Arial"/>
                <a:ea typeface="Arial"/>
                <a:cs typeface="Arial"/>
              </a:defRPr>
            </a:lvl1pPr>
            <a:lvl2pPr algn="l">
              <a:defRPr sz="1275" b="0">
                <a:solidFill>
                  <a:srgbClr val="F3F5F6"/>
                </a:solidFill>
                <a:latin typeface="Arial"/>
                <a:ea typeface="Arial"/>
                <a:cs typeface="Arial"/>
              </a:defRPr>
            </a:lvl2pPr>
            <a:lvl3pPr algn="l">
              <a:defRPr sz="1275" b="0">
                <a:solidFill>
                  <a:srgbClr val="F3F5F6"/>
                </a:solidFill>
                <a:latin typeface="Arial"/>
                <a:ea typeface="Arial"/>
                <a:cs typeface="Arial"/>
              </a:defRPr>
            </a:lvl3pPr>
            <a:lvl4pPr algn="l">
              <a:defRPr sz="1275" b="0">
                <a:solidFill>
                  <a:srgbClr val="F3F5F6"/>
                </a:solidFill>
                <a:latin typeface="Arial"/>
                <a:ea typeface="Arial"/>
                <a:cs typeface="Arial"/>
              </a:defRPr>
            </a:lvl4pPr>
            <a:lvl5pPr algn="l">
              <a:defRPr sz="1275" b="0">
                <a:solidFill>
                  <a:srgbClr val="F3F5F6"/>
                </a:solidFill>
                <a:latin typeface="Arial"/>
                <a:ea typeface="Arial"/>
                <a:cs typeface="Arial"/>
              </a:defRPr>
            </a:lvl5pPr>
            <a:lvl6pPr algn="l">
              <a:defRPr sz="1275" b="0">
                <a:solidFill>
                  <a:srgbClr val="F3F5F6"/>
                </a:solidFill>
                <a:latin typeface="Arial"/>
                <a:ea typeface="Arial"/>
                <a:cs typeface="Arial"/>
              </a:defRPr>
            </a:lvl6pPr>
            <a:lvl7pPr algn="l">
              <a:defRPr sz="1275" b="0">
                <a:solidFill>
                  <a:srgbClr val="F3F5F6"/>
                </a:solidFill>
                <a:latin typeface="Arial"/>
                <a:ea typeface="Arial"/>
                <a:cs typeface="Arial"/>
              </a:defRPr>
            </a:lvl7pPr>
            <a:lvl8pPr algn="l">
              <a:defRPr sz="1275" b="0">
                <a:solidFill>
                  <a:srgbClr val="F3F5F6"/>
                </a:solidFill>
                <a:latin typeface="Arial"/>
                <a:ea typeface="Arial"/>
                <a:cs typeface="Arial"/>
              </a:defRPr>
            </a:lvl8pPr>
            <a:lvl9pPr algn="l">
              <a:defRPr sz="1275" b="0">
                <a:solidFill>
                  <a:srgbClr val="F3F5F6"/>
                </a:solidFill>
                <a:latin typeface="Arial"/>
                <a:ea typeface="Arial"/>
                <a:cs typeface="Arial"/>
              </a:defRPr>
            </a:lvl9pPr>
          </a:lstStyle>
          <a:p xmlns:a="http://schemas.openxmlformats.org/drawingml/2006/main">
            <a:pPr algn="l">
              <a:defRPr sz="1275" b="0">
                <a:solidFill>
                  <a:srgbClr val="F3F5F6"/>
                </a:solidFill>
                <a:latin typeface="Arial"/>
                <a:ea typeface="Arial"/>
                <a:cs typeface="Arial"/>
              </a:defRPr>
            </a:pPr>
            <a:r>
              <a:rPr sz="1275" b="0">
                <a:solidFill>
                  <a:srgbClr val="F3F5F6"/>
                </a:solidFill>
                <a:latin typeface="Arial"/>
                <a:ea typeface="Arial"/>
                <a:cs typeface="Arial"/>
              </a:rPr>
              <a:t>optional Grad-CAM</a:t>
            </a:r>
          </a:p>
        </p:txBody>
      </p:sp>
      <p:sp>
        <p:nvSpPr>
          <p:cNvPr id="18" name="">
            <a:extLst xmlns:a="http://schemas.openxmlformats.org/drawingml/2006/main">
              <a:ext uri="{FF2B5EF4-FFF2-40B4-BE49-F238E27FC236}">
                <a16:creationId xmlns:a16="http://schemas.microsoft.com/office/drawing/2014/main" id="{ED1C0110-2E69-413A-A3F0-E108FCD50E34}"/>
              </a:ext>
            </a:extLst>
          </p:cNvPr>
          <p:cNvSpPr>
            <a:spLocks xmlns:a="http://schemas.openxmlformats.org/drawingml/2006/main" noGrp="1"/>
          </p:cNvSpPr>
          <p:nvPr/>
        </p:nvSpPr>
        <p:spPr>
          <a:xfrm xmlns:a="http://schemas.openxmlformats.org/drawingml/2006/main">
            <a:off x="8791575" y="23526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FFB454"/>
                </a:solidFill>
                <a:latin typeface="Arial"/>
                <a:ea typeface="Arial"/>
                <a:cs typeface="Arial"/>
              </a:defRPr>
            </a:defPPr>
            <a:lvl1pPr algn="ctr">
              <a:defRPr sz="1800" b="1">
                <a:solidFill>
                  <a:srgbClr val="FFB454"/>
                </a:solidFill>
                <a:latin typeface="Arial"/>
                <a:ea typeface="Arial"/>
                <a:cs typeface="Arial"/>
              </a:defRPr>
            </a:lvl1pPr>
            <a:lvl2pPr algn="ctr">
              <a:defRPr sz="1800" b="1">
                <a:solidFill>
                  <a:srgbClr val="FFB454"/>
                </a:solidFill>
                <a:latin typeface="Arial"/>
                <a:ea typeface="Arial"/>
                <a:cs typeface="Arial"/>
              </a:defRPr>
            </a:lvl2pPr>
            <a:lvl3pPr algn="ctr">
              <a:defRPr sz="1800" b="1">
                <a:solidFill>
                  <a:srgbClr val="FFB454"/>
                </a:solidFill>
                <a:latin typeface="Arial"/>
                <a:ea typeface="Arial"/>
                <a:cs typeface="Arial"/>
              </a:defRPr>
            </a:lvl3pPr>
            <a:lvl4pPr algn="ctr">
              <a:defRPr sz="1800" b="1">
                <a:solidFill>
                  <a:srgbClr val="FFB454"/>
                </a:solidFill>
                <a:latin typeface="Arial"/>
                <a:ea typeface="Arial"/>
                <a:cs typeface="Arial"/>
              </a:defRPr>
            </a:lvl4pPr>
            <a:lvl5pPr algn="ctr">
              <a:defRPr sz="1800" b="1">
                <a:solidFill>
                  <a:srgbClr val="FFB454"/>
                </a:solidFill>
                <a:latin typeface="Arial"/>
                <a:ea typeface="Arial"/>
                <a:cs typeface="Arial"/>
              </a:defRPr>
            </a:lvl5pPr>
            <a:lvl6pPr algn="ctr">
              <a:defRPr sz="1800" b="1">
                <a:solidFill>
                  <a:srgbClr val="FFB454"/>
                </a:solidFill>
                <a:latin typeface="Arial"/>
                <a:ea typeface="Arial"/>
                <a:cs typeface="Arial"/>
              </a:defRPr>
            </a:lvl6pPr>
            <a:lvl7pPr algn="ctr">
              <a:defRPr sz="1800" b="1">
                <a:solidFill>
                  <a:srgbClr val="FFB454"/>
                </a:solidFill>
                <a:latin typeface="Arial"/>
                <a:ea typeface="Arial"/>
                <a:cs typeface="Arial"/>
              </a:defRPr>
            </a:lvl7pPr>
            <a:lvl8pPr algn="ctr">
              <a:defRPr sz="1800" b="1">
                <a:solidFill>
                  <a:srgbClr val="FFB454"/>
                </a:solidFill>
                <a:latin typeface="Arial"/>
                <a:ea typeface="Arial"/>
                <a:cs typeface="Arial"/>
              </a:defRPr>
            </a:lvl8pPr>
            <a:lvl9pPr algn="ctr">
              <a:defRPr sz="1800" b="1">
                <a:solidFill>
                  <a:srgbClr val="FFB454"/>
                </a:solidFill>
                <a:latin typeface="Arial"/>
                <a:ea typeface="Arial"/>
                <a:cs typeface="Arial"/>
              </a:defRPr>
            </a:lvl9pPr>
          </a:lstStyle>
          <a:p xmlns:a="http://schemas.openxmlformats.org/drawingml/2006/main">
            <a:pPr algn="ctr">
              <a:defRPr sz="1800" b="1">
                <a:solidFill>
                  <a:srgbClr val="FFB454"/>
                </a:solidFill>
                <a:latin typeface="Arial"/>
                <a:ea typeface="Arial"/>
                <a:cs typeface="Arial"/>
              </a:defRPr>
            </a:pPr>
            <a:r>
              <a:rPr sz="1800" b="1">
                <a:solidFill>
                  <a:srgbClr val="FFB454"/>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F97E88F7-33B9-4833-AC56-C2C3D287D52B}"/>
              </a:ext>
            </a:extLst>
          </p:cNvPr>
          <p:cNvSpPr>
            <a:spLocks xmlns:a="http://schemas.openxmlformats.org/drawingml/2006/main" noGrp="1"/>
          </p:cNvSpPr>
          <p:nvPr/>
        </p:nvSpPr>
        <p:spPr>
          <a:xfrm xmlns:a="http://schemas.openxmlformats.org/drawingml/2006/main">
            <a:off x="9191625" y="2095500"/>
            <a:ext cx="2428875" cy="904875"/>
          </a:xfrm>
          <a:prstGeom xmlns:a="http://schemas.openxmlformats.org/drawingml/2006/main" prst="roundRect">
            <a:avLst>
              <a:gd name="adj" fmla="val 8421"/>
            </a:avLst>
          </a:prstGeom>
          <a:solidFill xmlns:a="http://schemas.openxmlformats.org/drawingml/2006/main">
            <a:srgbClr val="223440"/>
          </a:solidFill>
          <a:ln xmlns:a="http://schemas.openxmlformats.org/drawingml/2006/main" w="9525">
            <a:solidFill>
              <a:srgbClr val="40515B"/>
            </a:solidFill>
            <a:prstDash val="solid"/>
          </a:ln>
        </p:spPr>
      </p:sp>
      <p:sp>
        <p:nvSpPr>
          <p:cNvPr id="20" name="">
            <a:extLst xmlns:a="http://schemas.openxmlformats.org/drawingml/2006/main">
              <a:ext uri="{FF2B5EF4-FFF2-40B4-BE49-F238E27FC236}">
                <a16:creationId xmlns:a16="http://schemas.microsoft.com/office/drawing/2014/main" id="{71C5A4C9-42EC-4013-B04B-44089F76D6DE}"/>
              </a:ext>
            </a:extLst>
          </p:cNvPr>
          <p:cNvSpPr>
            <a:spLocks xmlns:a="http://schemas.openxmlformats.org/drawingml/2006/main" noGrp="1"/>
          </p:cNvSpPr>
          <p:nvPr/>
        </p:nvSpPr>
        <p:spPr>
          <a:xfrm xmlns:a="http://schemas.openxmlformats.org/drawingml/2006/main">
            <a:off x="9344025" y="220027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43D9C3"/>
                </a:solidFill>
                <a:latin typeface="Arial"/>
                <a:ea typeface="Arial"/>
                <a:cs typeface="Arial"/>
              </a:defRPr>
            </a:defPPr>
            <a:lvl1pPr algn="l">
              <a:defRPr sz="1125" b="1">
                <a:solidFill>
                  <a:srgbClr val="43D9C3"/>
                </a:solidFill>
                <a:latin typeface="Arial"/>
                <a:ea typeface="Arial"/>
                <a:cs typeface="Arial"/>
              </a:defRPr>
            </a:lvl1pPr>
            <a:lvl2pPr algn="l">
              <a:defRPr sz="1125" b="1">
                <a:solidFill>
                  <a:srgbClr val="43D9C3"/>
                </a:solidFill>
                <a:latin typeface="Arial"/>
                <a:ea typeface="Arial"/>
                <a:cs typeface="Arial"/>
              </a:defRPr>
            </a:lvl2pPr>
            <a:lvl3pPr algn="l">
              <a:defRPr sz="1125" b="1">
                <a:solidFill>
                  <a:srgbClr val="43D9C3"/>
                </a:solidFill>
                <a:latin typeface="Arial"/>
                <a:ea typeface="Arial"/>
                <a:cs typeface="Arial"/>
              </a:defRPr>
            </a:lvl3pPr>
            <a:lvl4pPr algn="l">
              <a:defRPr sz="1125" b="1">
                <a:solidFill>
                  <a:srgbClr val="43D9C3"/>
                </a:solidFill>
                <a:latin typeface="Arial"/>
                <a:ea typeface="Arial"/>
                <a:cs typeface="Arial"/>
              </a:defRPr>
            </a:lvl4pPr>
            <a:lvl5pPr algn="l">
              <a:defRPr sz="1125" b="1">
                <a:solidFill>
                  <a:srgbClr val="43D9C3"/>
                </a:solidFill>
                <a:latin typeface="Arial"/>
                <a:ea typeface="Arial"/>
                <a:cs typeface="Arial"/>
              </a:defRPr>
            </a:lvl5pPr>
            <a:lvl6pPr algn="l">
              <a:defRPr sz="1125" b="1">
                <a:solidFill>
                  <a:srgbClr val="43D9C3"/>
                </a:solidFill>
                <a:latin typeface="Arial"/>
                <a:ea typeface="Arial"/>
                <a:cs typeface="Arial"/>
              </a:defRPr>
            </a:lvl6pPr>
            <a:lvl7pPr algn="l">
              <a:defRPr sz="1125" b="1">
                <a:solidFill>
                  <a:srgbClr val="43D9C3"/>
                </a:solidFill>
                <a:latin typeface="Arial"/>
                <a:ea typeface="Arial"/>
                <a:cs typeface="Arial"/>
              </a:defRPr>
            </a:lvl7pPr>
            <a:lvl8pPr algn="l">
              <a:defRPr sz="1125" b="1">
                <a:solidFill>
                  <a:srgbClr val="43D9C3"/>
                </a:solidFill>
                <a:latin typeface="Arial"/>
                <a:ea typeface="Arial"/>
                <a:cs typeface="Arial"/>
              </a:defRPr>
            </a:lvl8pPr>
            <a:lvl9pPr algn="l">
              <a:defRPr sz="1125" b="1">
                <a:solidFill>
                  <a:srgbClr val="43D9C3"/>
                </a:solidFill>
                <a:latin typeface="Arial"/>
                <a:ea typeface="Arial"/>
                <a:cs typeface="Arial"/>
              </a:defRPr>
            </a:lvl9pPr>
          </a:lstStyle>
          <a:p xmlns:a="http://schemas.openxmlformats.org/drawingml/2006/main">
            <a:pPr algn="l">
              <a:defRPr sz="1125" b="1">
                <a:solidFill>
                  <a:srgbClr val="43D9C3"/>
                </a:solidFill>
                <a:latin typeface="Arial"/>
                <a:ea typeface="Arial"/>
                <a:cs typeface="Arial"/>
              </a:defRPr>
            </a:pPr>
            <a:r>
              <a:rPr sz="1125" b="1">
                <a:solidFill>
                  <a:srgbClr val="43D9C3"/>
                </a:solidFill>
                <a:latin typeface="Arial"/>
                <a:ea typeface="Arial"/>
                <a:cs typeface="Arial"/>
              </a:rPr>
              <a:t>DIAGNOSTICS</a:t>
            </a:r>
          </a:p>
        </p:txBody>
      </p:sp>
      <p:sp>
        <p:nvSpPr>
          <p:cNvPr id="21" name="">
            <a:extLst xmlns:a="http://schemas.openxmlformats.org/drawingml/2006/main">
              <a:ext uri="{FF2B5EF4-FFF2-40B4-BE49-F238E27FC236}">
                <a16:creationId xmlns:a16="http://schemas.microsoft.com/office/drawing/2014/main" id="{3FCD3545-EB3C-49D1-A6FB-6E726BD62EBD}"/>
              </a:ext>
            </a:extLst>
          </p:cNvPr>
          <p:cNvSpPr>
            <a:spLocks xmlns:a="http://schemas.openxmlformats.org/drawingml/2006/main" noGrp="1"/>
          </p:cNvSpPr>
          <p:nvPr/>
        </p:nvSpPr>
        <p:spPr>
          <a:xfrm xmlns:a="http://schemas.openxmlformats.org/drawingml/2006/main">
            <a:off x="9344025" y="2552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F3F5F6"/>
                </a:solidFill>
                <a:latin typeface="Arial"/>
                <a:ea typeface="Arial"/>
                <a:cs typeface="Arial"/>
              </a:defRPr>
            </a:defPPr>
            <a:lvl1pPr algn="l">
              <a:defRPr sz="1275" b="0">
                <a:solidFill>
                  <a:srgbClr val="F3F5F6"/>
                </a:solidFill>
                <a:latin typeface="Arial"/>
                <a:ea typeface="Arial"/>
                <a:cs typeface="Arial"/>
              </a:defRPr>
            </a:lvl1pPr>
            <a:lvl2pPr algn="l">
              <a:defRPr sz="1275" b="0">
                <a:solidFill>
                  <a:srgbClr val="F3F5F6"/>
                </a:solidFill>
                <a:latin typeface="Arial"/>
                <a:ea typeface="Arial"/>
                <a:cs typeface="Arial"/>
              </a:defRPr>
            </a:lvl2pPr>
            <a:lvl3pPr algn="l">
              <a:defRPr sz="1275" b="0">
                <a:solidFill>
                  <a:srgbClr val="F3F5F6"/>
                </a:solidFill>
                <a:latin typeface="Arial"/>
                <a:ea typeface="Arial"/>
                <a:cs typeface="Arial"/>
              </a:defRPr>
            </a:lvl3pPr>
            <a:lvl4pPr algn="l">
              <a:defRPr sz="1275" b="0">
                <a:solidFill>
                  <a:srgbClr val="F3F5F6"/>
                </a:solidFill>
                <a:latin typeface="Arial"/>
                <a:ea typeface="Arial"/>
                <a:cs typeface="Arial"/>
              </a:defRPr>
            </a:lvl4pPr>
            <a:lvl5pPr algn="l">
              <a:defRPr sz="1275" b="0">
                <a:solidFill>
                  <a:srgbClr val="F3F5F6"/>
                </a:solidFill>
                <a:latin typeface="Arial"/>
                <a:ea typeface="Arial"/>
                <a:cs typeface="Arial"/>
              </a:defRPr>
            </a:lvl5pPr>
            <a:lvl6pPr algn="l">
              <a:defRPr sz="1275" b="0">
                <a:solidFill>
                  <a:srgbClr val="F3F5F6"/>
                </a:solidFill>
                <a:latin typeface="Arial"/>
                <a:ea typeface="Arial"/>
                <a:cs typeface="Arial"/>
              </a:defRPr>
            </a:lvl6pPr>
            <a:lvl7pPr algn="l">
              <a:defRPr sz="1275" b="0">
                <a:solidFill>
                  <a:srgbClr val="F3F5F6"/>
                </a:solidFill>
                <a:latin typeface="Arial"/>
                <a:ea typeface="Arial"/>
                <a:cs typeface="Arial"/>
              </a:defRPr>
            </a:lvl7pPr>
            <a:lvl8pPr algn="l">
              <a:defRPr sz="1275" b="0">
                <a:solidFill>
                  <a:srgbClr val="F3F5F6"/>
                </a:solidFill>
                <a:latin typeface="Arial"/>
                <a:ea typeface="Arial"/>
                <a:cs typeface="Arial"/>
              </a:defRPr>
            </a:lvl8pPr>
            <a:lvl9pPr algn="l">
              <a:defRPr sz="1275" b="0">
                <a:solidFill>
                  <a:srgbClr val="F3F5F6"/>
                </a:solidFill>
                <a:latin typeface="Arial"/>
                <a:ea typeface="Arial"/>
                <a:cs typeface="Arial"/>
              </a:defRPr>
            </a:lvl9pPr>
          </a:lstStyle>
          <a:p xmlns:a="http://schemas.openxmlformats.org/drawingml/2006/main">
            <a:pPr algn="l">
              <a:defRPr sz="1275" b="0">
                <a:solidFill>
                  <a:srgbClr val="F3F5F6"/>
                </a:solidFill>
                <a:latin typeface="Arial"/>
                <a:ea typeface="Arial"/>
                <a:cs typeface="Arial"/>
              </a:defRPr>
            </a:pPr>
            <a:r>
              <a:rPr sz="1275" b="0">
                <a:solidFill>
                  <a:srgbClr val="F3F5F6"/>
                </a:solidFill>
                <a:latin typeface="Arial"/>
                <a:ea typeface="Arial"/>
                <a:cs typeface="Arial"/>
              </a:rPr>
              <a:t>ELA · FFT · metadata</a:t>
            </a:r>
          </a:p>
        </p:txBody>
      </p:sp>
      <p:sp>
        <p:nvSpPr>
          <p:cNvPr id="22" name="">
            <a:extLst xmlns:a="http://schemas.openxmlformats.org/drawingml/2006/main">
              <a:ext uri="{FF2B5EF4-FFF2-40B4-BE49-F238E27FC236}">
                <a16:creationId xmlns:a16="http://schemas.microsoft.com/office/drawing/2014/main" id="{81446F71-F394-4308-9253-3B953327D3A7}"/>
              </a:ext>
            </a:extLst>
          </p:cNvPr>
          <p:cNvSpPr>
            <a:spLocks xmlns:a="http://schemas.openxmlformats.org/drawingml/2006/main" noGrp="1"/>
          </p:cNvSpPr>
          <p:nvPr/>
        </p:nvSpPr>
        <p:spPr>
          <a:xfrm xmlns:a="http://schemas.openxmlformats.org/drawingml/2006/main">
            <a:off x="628650" y="3419475"/>
            <a:ext cx="1085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FB454"/>
                </a:solidFill>
                <a:latin typeface="Arial"/>
                <a:ea typeface="Arial"/>
                <a:cs typeface="Arial"/>
              </a:defRPr>
            </a:defPPr>
            <a:lvl1pPr algn="l">
              <a:defRPr sz="1200" b="1">
                <a:solidFill>
                  <a:srgbClr val="FFB454"/>
                </a:solidFill>
                <a:latin typeface="Arial"/>
                <a:ea typeface="Arial"/>
                <a:cs typeface="Arial"/>
              </a:defRPr>
            </a:lvl1pPr>
            <a:lvl2pPr algn="l">
              <a:defRPr sz="1200" b="1">
                <a:solidFill>
                  <a:srgbClr val="FFB454"/>
                </a:solidFill>
                <a:latin typeface="Arial"/>
                <a:ea typeface="Arial"/>
                <a:cs typeface="Arial"/>
              </a:defRPr>
            </a:lvl2pPr>
            <a:lvl3pPr algn="l">
              <a:defRPr sz="1200" b="1">
                <a:solidFill>
                  <a:srgbClr val="FFB454"/>
                </a:solidFill>
                <a:latin typeface="Arial"/>
                <a:ea typeface="Arial"/>
                <a:cs typeface="Arial"/>
              </a:defRPr>
            </a:lvl3pPr>
            <a:lvl4pPr algn="l">
              <a:defRPr sz="1200" b="1">
                <a:solidFill>
                  <a:srgbClr val="FFB454"/>
                </a:solidFill>
                <a:latin typeface="Arial"/>
                <a:ea typeface="Arial"/>
                <a:cs typeface="Arial"/>
              </a:defRPr>
            </a:lvl4pPr>
            <a:lvl5pPr algn="l">
              <a:defRPr sz="1200" b="1">
                <a:solidFill>
                  <a:srgbClr val="FFB454"/>
                </a:solidFill>
                <a:latin typeface="Arial"/>
                <a:ea typeface="Arial"/>
                <a:cs typeface="Arial"/>
              </a:defRPr>
            </a:lvl5pPr>
            <a:lvl6pPr algn="l">
              <a:defRPr sz="1200" b="1">
                <a:solidFill>
                  <a:srgbClr val="FFB454"/>
                </a:solidFill>
                <a:latin typeface="Arial"/>
                <a:ea typeface="Arial"/>
                <a:cs typeface="Arial"/>
              </a:defRPr>
            </a:lvl6pPr>
            <a:lvl7pPr algn="l">
              <a:defRPr sz="1200" b="1">
                <a:solidFill>
                  <a:srgbClr val="FFB454"/>
                </a:solidFill>
                <a:latin typeface="Arial"/>
                <a:ea typeface="Arial"/>
                <a:cs typeface="Arial"/>
              </a:defRPr>
            </a:lvl7pPr>
            <a:lvl8pPr algn="l">
              <a:defRPr sz="1200" b="1">
                <a:solidFill>
                  <a:srgbClr val="FFB454"/>
                </a:solidFill>
                <a:latin typeface="Arial"/>
                <a:ea typeface="Arial"/>
                <a:cs typeface="Arial"/>
              </a:defRPr>
            </a:lvl8pPr>
            <a:lvl9pPr algn="l">
              <a:defRPr sz="1200" b="1">
                <a:solidFill>
                  <a:srgbClr val="FFB454"/>
                </a:solidFill>
                <a:latin typeface="Arial"/>
                <a:ea typeface="Arial"/>
                <a:cs typeface="Arial"/>
              </a:defRPr>
            </a:lvl9pPr>
          </a:lstStyle>
          <a:p xmlns:a="http://schemas.openxmlformats.org/drawingml/2006/main">
            <a:pPr algn="l">
              <a:defRPr sz="1200" b="1">
                <a:solidFill>
                  <a:srgbClr val="FFB454"/>
                </a:solidFill>
                <a:latin typeface="Arial"/>
                <a:ea typeface="Arial"/>
                <a:cs typeface="Arial"/>
              </a:defRPr>
            </a:pPr>
            <a:r>
              <a:rPr sz="1200" b="1">
                <a:solidFill>
                  <a:srgbClr val="FFB454"/>
                </a:solidFill>
                <a:latin typeface="Arial"/>
                <a:ea typeface="Arial"/>
                <a:cs typeface="Arial"/>
              </a:rPr>
              <a:t>RECORDED HISTORICAL TEST RUN  ·  LEGACY RANDOM IMAGE SPLIT</a:t>
            </a:r>
          </a:p>
        </p:txBody>
      </p:sp>
      <p:sp>
        <p:nvSpPr>
          <p:cNvPr id="23" name="">
            <a:extLst xmlns:a="http://schemas.openxmlformats.org/drawingml/2006/main">
              <a:ext uri="{FF2B5EF4-FFF2-40B4-BE49-F238E27FC236}">
                <a16:creationId xmlns:a16="http://schemas.microsoft.com/office/drawing/2014/main" id="{BFAD9845-5ABD-4F9C-9CE8-7FC2096DB3C5}"/>
              </a:ext>
            </a:extLst>
          </p:cNvPr>
          <p:cNvSpPr>
            <a:spLocks xmlns:a="http://schemas.openxmlformats.org/drawingml/2006/main" noGrp="1"/>
          </p:cNvSpPr>
          <p:nvPr/>
        </p:nvSpPr>
        <p:spPr>
          <a:xfrm xmlns:a="http://schemas.openxmlformats.org/drawingml/2006/main">
            <a:off x="619125" y="3810000"/>
            <a:ext cx="2476500" cy="1066800"/>
          </a:xfrm>
          <a:prstGeom xmlns:a="http://schemas.openxmlformats.org/drawingml/2006/main" prst="roundRect">
            <a:avLst>
              <a:gd name="adj" fmla="val 7143"/>
            </a:avLst>
          </a:prstGeom>
          <a:solidFill xmlns:a="http://schemas.openxmlformats.org/drawingml/2006/main">
            <a:srgbClr val="192630"/>
          </a:solidFill>
          <a:ln xmlns:a="http://schemas.openxmlformats.org/drawingml/2006/main" w="9525">
            <a:solidFill>
              <a:srgbClr val="40515B"/>
            </a:solidFill>
            <a:prstDash val="solid"/>
          </a:ln>
        </p:spPr>
      </p:sp>
      <p:sp>
        <p:nvSpPr>
          <p:cNvPr id="24" name="">
            <a:extLst xmlns:a="http://schemas.openxmlformats.org/drawingml/2006/main">
              <a:ext uri="{FF2B5EF4-FFF2-40B4-BE49-F238E27FC236}">
                <a16:creationId xmlns:a16="http://schemas.microsoft.com/office/drawing/2014/main" id="{B123BB29-F483-499D-928B-BE6DA6BBE60F}"/>
              </a:ext>
            </a:extLst>
          </p:cNvPr>
          <p:cNvSpPr>
            <a:spLocks xmlns:a="http://schemas.openxmlformats.org/drawingml/2006/main" noGrp="1"/>
          </p:cNvSpPr>
          <p:nvPr/>
        </p:nvSpPr>
        <p:spPr>
          <a:xfrm xmlns:a="http://schemas.openxmlformats.org/drawingml/2006/main">
            <a:off x="771525" y="3924300"/>
            <a:ext cx="2171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B7C4CA"/>
                </a:solidFill>
                <a:latin typeface="Arial"/>
                <a:ea typeface="Arial"/>
                <a:cs typeface="Arial"/>
              </a:defRPr>
            </a:defPPr>
            <a:lvl1pPr algn="ctr">
              <a:defRPr sz="975" b="1">
                <a:solidFill>
                  <a:srgbClr val="B7C4CA"/>
                </a:solidFill>
                <a:latin typeface="Arial"/>
                <a:ea typeface="Arial"/>
                <a:cs typeface="Arial"/>
              </a:defRPr>
            </a:lvl1pPr>
            <a:lvl2pPr algn="ctr">
              <a:defRPr sz="975" b="1">
                <a:solidFill>
                  <a:srgbClr val="B7C4CA"/>
                </a:solidFill>
                <a:latin typeface="Arial"/>
                <a:ea typeface="Arial"/>
                <a:cs typeface="Arial"/>
              </a:defRPr>
            </a:lvl2pPr>
            <a:lvl3pPr algn="ctr">
              <a:defRPr sz="975" b="1">
                <a:solidFill>
                  <a:srgbClr val="B7C4CA"/>
                </a:solidFill>
                <a:latin typeface="Arial"/>
                <a:ea typeface="Arial"/>
                <a:cs typeface="Arial"/>
              </a:defRPr>
            </a:lvl3pPr>
            <a:lvl4pPr algn="ctr">
              <a:defRPr sz="975" b="1">
                <a:solidFill>
                  <a:srgbClr val="B7C4CA"/>
                </a:solidFill>
                <a:latin typeface="Arial"/>
                <a:ea typeface="Arial"/>
                <a:cs typeface="Arial"/>
              </a:defRPr>
            </a:lvl4pPr>
            <a:lvl5pPr algn="ctr">
              <a:defRPr sz="975" b="1">
                <a:solidFill>
                  <a:srgbClr val="B7C4CA"/>
                </a:solidFill>
                <a:latin typeface="Arial"/>
                <a:ea typeface="Arial"/>
                <a:cs typeface="Arial"/>
              </a:defRPr>
            </a:lvl5pPr>
            <a:lvl6pPr algn="ctr">
              <a:defRPr sz="975" b="1">
                <a:solidFill>
                  <a:srgbClr val="B7C4CA"/>
                </a:solidFill>
                <a:latin typeface="Arial"/>
                <a:ea typeface="Arial"/>
                <a:cs typeface="Arial"/>
              </a:defRPr>
            </a:lvl6pPr>
            <a:lvl7pPr algn="ctr">
              <a:defRPr sz="975" b="1">
                <a:solidFill>
                  <a:srgbClr val="B7C4CA"/>
                </a:solidFill>
                <a:latin typeface="Arial"/>
                <a:ea typeface="Arial"/>
                <a:cs typeface="Arial"/>
              </a:defRPr>
            </a:lvl7pPr>
            <a:lvl8pPr algn="ctr">
              <a:defRPr sz="975" b="1">
                <a:solidFill>
                  <a:srgbClr val="B7C4CA"/>
                </a:solidFill>
                <a:latin typeface="Arial"/>
                <a:ea typeface="Arial"/>
                <a:cs typeface="Arial"/>
              </a:defRPr>
            </a:lvl8pPr>
            <a:lvl9pPr algn="ctr">
              <a:defRPr sz="975" b="1">
                <a:solidFill>
                  <a:srgbClr val="B7C4CA"/>
                </a:solidFill>
                <a:latin typeface="Arial"/>
                <a:ea typeface="Arial"/>
                <a:cs typeface="Arial"/>
              </a:defRPr>
            </a:lvl9pPr>
          </a:lstStyle>
          <a:p xmlns:a="http://schemas.openxmlformats.org/drawingml/2006/main">
            <a:pPr algn="ctr">
              <a:defRPr sz="975" b="1">
                <a:solidFill>
                  <a:srgbClr val="B7C4CA"/>
                </a:solidFill>
                <a:latin typeface="Arial"/>
                <a:ea typeface="Arial"/>
                <a:cs typeface="Arial"/>
              </a:defRPr>
            </a:pPr>
            <a:r>
              <a:rPr sz="975" b="1">
                <a:solidFill>
                  <a:srgbClr val="B7C4CA"/>
                </a:solidFill>
                <a:latin typeface="Arial"/>
                <a:ea typeface="Arial"/>
                <a:cs typeface="Arial"/>
              </a:rPr>
              <a:t>TEST ACCURACY</a:t>
            </a:r>
          </a:p>
        </p:txBody>
      </p:sp>
      <p:sp>
        <p:nvSpPr>
          <p:cNvPr id="25" name="">
            <a:extLst xmlns:a="http://schemas.openxmlformats.org/drawingml/2006/main">
              <a:ext uri="{FF2B5EF4-FFF2-40B4-BE49-F238E27FC236}">
                <a16:creationId xmlns:a16="http://schemas.microsoft.com/office/drawing/2014/main" id="{E02378E5-12CC-45F7-A1E7-F11AB0076F77}"/>
              </a:ext>
            </a:extLst>
          </p:cNvPr>
          <p:cNvSpPr>
            <a:spLocks xmlns:a="http://schemas.openxmlformats.org/drawingml/2006/main" noGrp="1"/>
          </p:cNvSpPr>
          <p:nvPr/>
        </p:nvSpPr>
        <p:spPr>
          <a:xfrm xmlns:a="http://schemas.openxmlformats.org/drawingml/2006/main">
            <a:off x="771525" y="4257675"/>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75" b="1">
                <a:solidFill>
                  <a:srgbClr val="F3F5F6"/>
                </a:solidFill>
                <a:latin typeface="Arial"/>
                <a:ea typeface="Arial"/>
                <a:cs typeface="Arial"/>
              </a:defRPr>
            </a:defPPr>
            <a:lvl1pPr algn="ctr">
              <a:defRPr sz="2175" b="1">
                <a:solidFill>
                  <a:srgbClr val="F3F5F6"/>
                </a:solidFill>
                <a:latin typeface="Arial"/>
                <a:ea typeface="Arial"/>
                <a:cs typeface="Arial"/>
              </a:defRPr>
            </a:lvl1pPr>
            <a:lvl2pPr algn="ctr">
              <a:defRPr sz="2175" b="1">
                <a:solidFill>
                  <a:srgbClr val="F3F5F6"/>
                </a:solidFill>
                <a:latin typeface="Arial"/>
                <a:ea typeface="Arial"/>
                <a:cs typeface="Arial"/>
              </a:defRPr>
            </a:lvl2pPr>
            <a:lvl3pPr algn="ctr">
              <a:defRPr sz="2175" b="1">
                <a:solidFill>
                  <a:srgbClr val="F3F5F6"/>
                </a:solidFill>
                <a:latin typeface="Arial"/>
                <a:ea typeface="Arial"/>
                <a:cs typeface="Arial"/>
              </a:defRPr>
            </a:lvl3pPr>
            <a:lvl4pPr algn="ctr">
              <a:defRPr sz="2175" b="1">
                <a:solidFill>
                  <a:srgbClr val="F3F5F6"/>
                </a:solidFill>
                <a:latin typeface="Arial"/>
                <a:ea typeface="Arial"/>
                <a:cs typeface="Arial"/>
              </a:defRPr>
            </a:lvl4pPr>
            <a:lvl5pPr algn="ctr">
              <a:defRPr sz="2175" b="1">
                <a:solidFill>
                  <a:srgbClr val="F3F5F6"/>
                </a:solidFill>
                <a:latin typeface="Arial"/>
                <a:ea typeface="Arial"/>
                <a:cs typeface="Arial"/>
              </a:defRPr>
            </a:lvl5pPr>
            <a:lvl6pPr algn="ctr">
              <a:defRPr sz="2175" b="1">
                <a:solidFill>
                  <a:srgbClr val="F3F5F6"/>
                </a:solidFill>
                <a:latin typeface="Arial"/>
                <a:ea typeface="Arial"/>
                <a:cs typeface="Arial"/>
              </a:defRPr>
            </a:lvl6pPr>
            <a:lvl7pPr algn="ctr">
              <a:defRPr sz="2175" b="1">
                <a:solidFill>
                  <a:srgbClr val="F3F5F6"/>
                </a:solidFill>
                <a:latin typeface="Arial"/>
                <a:ea typeface="Arial"/>
                <a:cs typeface="Arial"/>
              </a:defRPr>
            </a:lvl7pPr>
            <a:lvl8pPr algn="ctr">
              <a:defRPr sz="2175" b="1">
                <a:solidFill>
                  <a:srgbClr val="F3F5F6"/>
                </a:solidFill>
                <a:latin typeface="Arial"/>
                <a:ea typeface="Arial"/>
                <a:cs typeface="Arial"/>
              </a:defRPr>
            </a:lvl8pPr>
            <a:lvl9pPr algn="ctr">
              <a:defRPr sz="2175" b="1">
                <a:solidFill>
                  <a:srgbClr val="F3F5F6"/>
                </a:solidFill>
                <a:latin typeface="Arial"/>
                <a:ea typeface="Arial"/>
                <a:cs typeface="Arial"/>
              </a:defRPr>
            </a:lvl9pPr>
          </a:lstStyle>
          <a:p xmlns:a="http://schemas.openxmlformats.org/drawingml/2006/main">
            <a:pPr algn="ctr">
              <a:defRPr sz="2175" b="1">
                <a:solidFill>
                  <a:srgbClr val="F3F5F6"/>
                </a:solidFill>
                <a:latin typeface="Arial"/>
                <a:ea typeface="Arial"/>
                <a:cs typeface="Arial"/>
              </a:defRPr>
            </a:pPr>
            <a:r>
              <a:rPr sz="2175" b="1">
                <a:solidFill>
                  <a:srgbClr val="F3F5F6"/>
                </a:solidFill>
                <a:latin typeface="Arial"/>
                <a:ea typeface="Arial"/>
                <a:cs typeface="Arial"/>
              </a:rPr>
              <a:t>85.2%</a:t>
            </a:r>
          </a:p>
        </p:txBody>
      </p:sp>
      <p:sp>
        <p:nvSpPr>
          <p:cNvPr id="26" name="">
            <a:extLst xmlns:a="http://schemas.openxmlformats.org/drawingml/2006/main">
              <a:ext uri="{FF2B5EF4-FFF2-40B4-BE49-F238E27FC236}">
                <a16:creationId xmlns:a16="http://schemas.microsoft.com/office/drawing/2014/main" id="{3F5F70EE-82DF-4188-96B3-7068E32C7BC3}"/>
              </a:ext>
            </a:extLst>
          </p:cNvPr>
          <p:cNvSpPr>
            <a:spLocks xmlns:a="http://schemas.openxmlformats.org/drawingml/2006/main" noGrp="1"/>
          </p:cNvSpPr>
          <p:nvPr/>
        </p:nvSpPr>
        <p:spPr>
          <a:xfrm xmlns:a="http://schemas.openxmlformats.org/drawingml/2006/main">
            <a:off x="3381375" y="3810000"/>
            <a:ext cx="2476500" cy="1066800"/>
          </a:xfrm>
          <a:prstGeom xmlns:a="http://schemas.openxmlformats.org/drawingml/2006/main" prst="roundRect">
            <a:avLst>
              <a:gd name="adj" fmla="val 7143"/>
            </a:avLst>
          </a:prstGeom>
          <a:solidFill xmlns:a="http://schemas.openxmlformats.org/drawingml/2006/main">
            <a:srgbClr val="192630"/>
          </a:solidFill>
          <a:ln xmlns:a="http://schemas.openxmlformats.org/drawingml/2006/main" w="9525">
            <a:solidFill>
              <a:srgbClr val="40515B"/>
            </a:solidFill>
            <a:prstDash val="solid"/>
          </a:ln>
        </p:spPr>
      </p:sp>
      <p:sp>
        <p:nvSpPr>
          <p:cNvPr id="27" name="">
            <a:extLst xmlns:a="http://schemas.openxmlformats.org/drawingml/2006/main">
              <a:ext uri="{FF2B5EF4-FFF2-40B4-BE49-F238E27FC236}">
                <a16:creationId xmlns:a16="http://schemas.microsoft.com/office/drawing/2014/main" id="{938454C1-0D79-4192-B030-8EAE1086936F}"/>
              </a:ext>
            </a:extLst>
          </p:cNvPr>
          <p:cNvSpPr>
            <a:spLocks xmlns:a="http://schemas.openxmlformats.org/drawingml/2006/main" noGrp="1"/>
          </p:cNvSpPr>
          <p:nvPr/>
        </p:nvSpPr>
        <p:spPr>
          <a:xfrm xmlns:a="http://schemas.openxmlformats.org/drawingml/2006/main">
            <a:off x="3533775" y="3924300"/>
            <a:ext cx="2171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B7C4CA"/>
                </a:solidFill>
                <a:latin typeface="Arial"/>
                <a:ea typeface="Arial"/>
                <a:cs typeface="Arial"/>
              </a:defRPr>
            </a:defPPr>
            <a:lvl1pPr algn="ctr">
              <a:defRPr sz="975" b="1">
                <a:solidFill>
                  <a:srgbClr val="B7C4CA"/>
                </a:solidFill>
                <a:latin typeface="Arial"/>
                <a:ea typeface="Arial"/>
                <a:cs typeface="Arial"/>
              </a:defRPr>
            </a:lvl1pPr>
            <a:lvl2pPr algn="ctr">
              <a:defRPr sz="975" b="1">
                <a:solidFill>
                  <a:srgbClr val="B7C4CA"/>
                </a:solidFill>
                <a:latin typeface="Arial"/>
                <a:ea typeface="Arial"/>
                <a:cs typeface="Arial"/>
              </a:defRPr>
            </a:lvl2pPr>
            <a:lvl3pPr algn="ctr">
              <a:defRPr sz="975" b="1">
                <a:solidFill>
                  <a:srgbClr val="B7C4CA"/>
                </a:solidFill>
                <a:latin typeface="Arial"/>
                <a:ea typeface="Arial"/>
                <a:cs typeface="Arial"/>
              </a:defRPr>
            </a:lvl3pPr>
            <a:lvl4pPr algn="ctr">
              <a:defRPr sz="975" b="1">
                <a:solidFill>
                  <a:srgbClr val="B7C4CA"/>
                </a:solidFill>
                <a:latin typeface="Arial"/>
                <a:ea typeface="Arial"/>
                <a:cs typeface="Arial"/>
              </a:defRPr>
            </a:lvl4pPr>
            <a:lvl5pPr algn="ctr">
              <a:defRPr sz="975" b="1">
                <a:solidFill>
                  <a:srgbClr val="B7C4CA"/>
                </a:solidFill>
                <a:latin typeface="Arial"/>
                <a:ea typeface="Arial"/>
                <a:cs typeface="Arial"/>
              </a:defRPr>
            </a:lvl5pPr>
            <a:lvl6pPr algn="ctr">
              <a:defRPr sz="975" b="1">
                <a:solidFill>
                  <a:srgbClr val="B7C4CA"/>
                </a:solidFill>
                <a:latin typeface="Arial"/>
                <a:ea typeface="Arial"/>
                <a:cs typeface="Arial"/>
              </a:defRPr>
            </a:lvl6pPr>
            <a:lvl7pPr algn="ctr">
              <a:defRPr sz="975" b="1">
                <a:solidFill>
                  <a:srgbClr val="B7C4CA"/>
                </a:solidFill>
                <a:latin typeface="Arial"/>
                <a:ea typeface="Arial"/>
                <a:cs typeface="Arial"/>
              </a:defRPr>
            </a:lvl7pPr>
            <a:lvl8pPr algn="ctr">
              <a:defRPr sz="975" b="1">
                <a:solidFill>
                  <a:srgbClr val="B7C4CA"/>
                </a:solidFill>
                <a:latin typeface="Arial"/>
                <a:ea typeface="Arial"/>
                <a:cs typeface="Arial"/>
              </a:defRPr>
            </a:lvl8pPr>
            <a:lvl9pPr algn="ctr">
              <a:defRPr sz="975" b="1">
                <a:solidFill>
                  <a:srgbClr val="B7C4CA"/>
                </a:solidFill>
                <a:latin typeface="Arial"/>
                <a:ea typeface="Arial"/>
                <a:cs typeface="Arial"/>
              </a:defRPr>
            </a:lvl9pPr>
          </a:lstStyle>
          <a:p xmlns:a="http://schemas.openxmlformats.org/drawingml/2006/main">
            <a:pPr algn="ctr">
              <a:defRPr sz="975" b="1">
                <a:solidFill>
                  <a:srgbClr val="B7C4CA"/>
                </a:solidFill>
                <a:latin typeface="Arial"/>
                <a:ea typeface="Arial"/>
                <a:cs typeface="Arial"/>
              </a:defRPr>
            </a:pPr>
            <a:r>
              <a:rPr sz="975" b="1">
                <a:solidFill>
                  <a:srgbClr val="B7C4CA"/>
                </a:solidFill>
                <a:latin typeface="Arial"/>
                <a:ea typeface="Arial"/>
                <a:cs typeface="Arial"/>
              </a:rPr>
              <a:t>MACRO F1</a:t>
            </a:r>
          </a:p>
        </p:txBody>
      </p:sp>
      <p:sp>
        <p:nvSpPr>
          <p:cNvPr id="28" name="">
            <a:extLst xmlns:a="http://schemas.openxmlformats.org/drawingml/2006/main">
              <a:ext uri="{FF2B5EF4-FFF2-40B4-BE49-F238E27FC236}">
                <a16:creationId xmlns:a16="http://schemas.microsoft.com/office/drawing/2014/main" id="{F8DA4A5C-46E2-4C29-80F5-E3151D7CF6B9}"/>
              </a:ext>
            </a:extLst>
          </p:cNvPr>
          <p:cNvSpPr>
            <a:spLocks xmlns:a="http://schemas.openxmlformats.org/drawingml/2006/main" noGrp="1"/>
          </p:cNvSpPr>
          <p:nvPr/>
        </p:nvSpPr>
        <p:spPr>
          <a:xfrm xmlns:a="http://schemas.openxmlformats.org/drawingml/2006/main">
            <a:off x="3533775" y="4257675"/>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75" b="1">
                <a:solidFill>
                  <a:srgbClr val="F3F5F6"/>
                </a:solidFill>
                <a:latin typeface="Arial"/>
                <a:ea typeface="Arial"/>
                <a:cs typeface="Arial"/>
              </a:defRPr>
            </a:defPPr>
            <a:lvl1pPr algn="ctr">
              <a:defRPr sz="2175" b="1">
                <a:solidFill>
                  <a:srgbClr val="F3F5F6"/>
                </a:solidFill>
                <a:latin typeface="Arial"/>
                <a:ea typeface="Arial"/>
                <a:cs typeface="Arial"/>
              </a:defRPr>
            </a:lvl1pPr>
            <a:lvl2pPr algn="ctr">
              <a:defRPr sz="2175" b="1">
                <a:solidFill>
                  <a:srgbClr val="F3F5F6"/>
                </a:solidFill>
                <a:latin typeface="Arial"/>
                <a:ea typeface="Arial"/>
                <a:cs typeface="Arial"/>
              </a:defRPr>
            </a:lvl2pPr>
            <a:lvl3pPr algn="ctr">
              <a:defRPr sz="2175" b="1">
                <a:solidFill>
                  <a:srgbClr val="F3F5F6"/>
                </a:solidFill>
                <a:latin typeface="Arial"/>
                <a:ea typeface="Arial"/>
                <a:cs typeface="Arial"/>
              </a:defRPr>
            </a:lvl3pPr>
            <a:lvl4pPr algn="ctr">
              <a:defRPr sz="2175" b="1">
                <a:solidFill>
                  <a:srgbClr val="F3F5F6"/>
                </a:solidFill>
                <a:latin typeface="Arial"/>
                <a:ea typeface="Arial"/>
                <a:cs typeface="Arial"/>
              </a:defRPr>
            </a:lvl4pPr>
            <a:lvl5pPr algn="ctr">
              <a:defRPr sz="2175" b="1">
                <a:solidFill>
                  <a:srgbClr val="F3F5F6"/>
                </a:solidFill>
                <a:latin typeface="Arial"/>
                <a:ea typeface="Arial"/>
                <a:cs typeface="Arial"/>
              </a:defRPr>
            </a:lvl5pPr>
            <a:lvl6pPr algn="ctr">
              <a:defRPr sz="2175" b="1">
                <a:solidFill>
                  <a:srgbClr val="F3F5F6"/>
                </a:solidFill>
                <a:latin typeface="Arial"/>
                <a:ea typeface="Arial"/>
                <a:cs typeface="Arial"/>
              </a:defRPr>
            </a:lvl6pPr>
            <a:lvl7pPr algn="ctr">
              <a:defRPr sz="2175" b="1">
                <a:solidFill>
                  <a:srgbClr val="F3F5F6"/>
                </a:solidFill>
                <a:latin typeface="Arial"/>
                <a:ea typeface="Arial"/>
                <a:cs typeface="Arial"/>
              </a:defRPr>
            </a:lvl7pPr>
            <a:lvl8pPr algn="ctr">
              <a:defRPr sz="2175" b="1">
                <a:solidFill>
                  <a:srgbClr val="F3F5F6"/>
                </a:solidFill>
                <a:latin typeface="Arial"/>
                <a:ea typeface="Arial"/>
                <a:cs typeface="Arial"/>
              </a:defRPr>
            </a:lvl8pPr>
            <a:lvl9pPr algn="ctr">
              <a:defRPr sz="2175" b="1">
                <a:solidFill>
                  <a:srgbClr val="F3F5F6"/>
                </a:solidFill>
                <a:latin typeface="Arial"/>
                <a:ea typeface="Arial"/>
                <a:cs typeface="Arial"/>
              </a:defRPr>
            </a:lvl9pPr>
          </a:lstStyle>
          <a:p xmlns:a="http://schemas.openxmlformats.org/drawingml/2006/main">
            <a:pPr algn="ctr">
              <a:defRPr sz="2175" b="1">
                <a:solidFill>
                  <a:srgbClr val="F3F5F6"/>
                </a:solidFill>
                <a:latin typeface="Arial"/>
                <a:ea typeface="Arial"/>
                <a:cs typeface="Arial"/>
              </a:defRPr>
            </a:pPr>
            <a:r>
              <a:rPr sz="2175" b="1">
                <a:solidFill>
                  <a:srgbClr val="F3F5F6"/>
                </a:solidFill>
                <a:latin typeface="Arial"/>
                <a:ea typeface="Arial"/>
                <a:cs typeface="Arial"/>
              </a:rPr>
              <a:t>0.850</a:t>
            </a:r>
          </a:p>
        </p:txBody>
      </p:sp>
      <p:sp>
        <p:nvSpPr>
          <p:cNvPr id="29" name="">
            <a:extLst xmlns:a="http://schemas.openxmlformats.org/drawingml/2006/main">
              <a:ext uri="{FF2B5EF4-FFF2-40B4-BE49-F238E27FC236}">
                <a16:creationId xmlns:a16="http://schemas.microsoft.com/office/drawing/2014/main" id="{FED0251E-3AFE-46BB-BDC3-620E7DB07FBB}"/>
              </a:ext>
            </a:extLst>
          </p:cNvPr>
          <p:cNvSpPr>
            <a:spLocks xmlns:a="http://schemas.openxmlformats.org/drawingml/2006/main" noGrp="1"/>
          </p:cNvSpPr>
          <p:nvPr/>
        </p:nvSpPr>
        <p:spPr>
          <a:xfrm xmlns:a="http://schemas.openxmlformats.org/drawingml/2006/main">
            <a:off x="6143625" y="3810000"/>
            <a:ext cx="2476500" cy="1066800"/>
          </a:xfrm>
          <a:prstGeom xmlns:a="http://schemas.openxmlformats.org/drawingml/2006/main" prst="roundRect">
            <a:avLst>
              <a:gd name="adj" fmla="val 7143"/>
            </a:avLst>
          </a:prstGeom>
          <a:solidFill xmlns:a="http://schemas.openxmlformats.org/drawingml/2006/main">
            <a:srgbClr val="192630"/>
          </a:solidFill>
          <a:ln xmlns:a="http://schemas.openxmlformats.org/drawingml/2006/main" w="9525">
            <a:solidFill>
              <a:srgbClr val="40515B"/>
            </a:solidFill>
            <a:prstDash val="solid"/>
          </a:ln>
        </p:spPr>
      </p:sp>
      <p:sp>
        <p:nvSpPr>
          <p:cNvPr id="30" name="">
            <a:extLst xmlns:a="http://schemas.openxmlformats.org/drawingml/2006/main">
              <a:ext uri="{FF2B5EF4-FFF2-40B4-BE49-F238E27FC236}">
                <a16:creationId xmlns:a16="http://schemas.microsoft.com/office/drawing/2014/main" id="{4B071DC9-44CA-496A-8827-1ECDF368DAE0}"/>
              </a:ext>
            </a:extLst>
          </p:cNvPr>
          <p:cNvSpPr>
            <a:spLocks xmlns:a="http://schemas.openxmlformats.org/drawingml/2006/main" noGrp="1"/>
          </p:cNvSpPr>
          <p:nvPr/>
        </p:nvSpPr>
        <p:spPr>
          <a:xfrm xmlns:a="http://schemas.openxmlformats.org/drawingml/2006/main">
            <a:off x="6296025" y="3924300"/>
            <a:ext cx="2171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B7C4CA"/>
                </a:solidFill>
                <a:latin typeface="Arial"/>
                <a:ea typeface="Arial"/>
                <a:cs typeface="Arial"/>
              </a:defRPr>
            </a:defPPr>
            <a:lvl1pPr algn="ctr">
              <a:defRPr sz="975" b="1">
                <a:solidFill>
                  <a:srgbClr val="B7C4CA"/>
                </a:solidFill>
                <a:latin typeface="Arial"/>
                <a:ea typeface="Arial"/>
                <a:cs typeface="Arial"/>
              </a:defRPr>
            </a:lvl1pPr>
            <a:lvl2pPr algn="ctr">
              <a:defRPr sz="975" b="1">
                <a:solidFill>
                  <a:srgbClr val="B7C4CA"/>
                </a:solidFill>
                <a:latin typeface="Arial"/>
                <a:ea typeface="Arial"/>
                <a:cs typeface="Arial"/>
              </a:defRPr>
            </a:lvl2pPr>
            <a:lvl3pPr algn="ctr">
              <a:defRPr sz="975" b="1">
                <a:solidFill>
                  <a:srgbClr val="B7C4CA"/>
                </a:solidFill>
                <a:latin typeface="Arial"/>
                <a:ea typeface="Arial"/>
                <a:cs typeface="Arial"/>
              </a:defRPr>
            </a:lvl3pPr>
            <a:lvl4pPr algn="ctr">
              <a:defRPr sz="975" b="1">
                <a:solidFill>
                  <a:srgbClr val="B7C4CA"/>
                </a:solidFill>
                <a:latin typeface="Arial"/>
                <a:ea typeface="Arial"/>
                <a:cs typeface="Arial"/>
              </a:defRPr>
            </a:lvl4pPr>
            <a:lvl5pPr algn="ctr">
              <a:defRPr sz="975" b="1">
                <a:solidFill>
                  <a:srgbClr val="B7C4CA"/>
                </a:solidFill>
                <a:latin typeface="Arial"/>
                <a:ea typeface="Arial"/>
                <a:cs typeface="Arial"/>
              </a:defRPr>
            </a:lvl5pPr>
            <a:lvl6pPr algn="ctr">
              <a:defRPr sz="975" b="1">
                <a:solidFill>
                  <a:srgbClr val="B7C4CA"/>
                </a:solidFill>
                <a:latin typeface="Arial"/>
                <a:ea typeface="Arial"/>
                <a:cs typeface="Arial"/>
              </a:defRPr>
            </a:lvl6pPr>
            <a:lvl7pPr algn="ctr">
              <a:defRPr sz="975" b="1">
                <a:solidFill>
                  <a:srgbClr val="B7C4CA"/>
                </a:solidFill>
                <a:latin typeface="Arial"/>
                <a:ea typeface="Arial"/>
                <a:cs typeface="Arial"/>
              </a:defRPr>
            </a:lvl7pPr>
            <a:lvl8pPr algn="ctr">
              <a:defRPr sz="975" b="1">
                <a:solidFill>
                  <a:srgbClr val="B7C4CA"/>
                </a:solidFill>
                <a:latin typeface="Arial"/>
                <a:ea typeface="Arial"/>
                <a:cs typeface="Arial"/>
              </a:defRPr>
            </a:lvl8pPr>
            <a:lvl9pPr algn="ctr">
              <a:defRPr sz="975" b="1">
                <a:solidFill>
                  <a:srgbClr val="B7C4CA"/>
                </a:solidFill>
                <a:latin typeface="Arial"/>
                <a:ea typeface="Arial"/>
                <a:cs typeface="Arial"/>
              </a:defRPr>
            </a:lvl9pPr>
          </a:lstStyle>
          <a:p xmlns:a="http://schemas.openxmlformats.org/drawingml/2006/main">
            <a:pPr algn="ctr">
              <a:defRPr sz="975" b="1">
                <a:solidFill>
                  <a:srgbClr val="B7C4CA"/>
                </a:solidFill>
                <a:latin typeface="Arial"/>
                <a:ea typeface="Arial"/>
                <a:cs typeface="Arial"/>
              </a:defRPr>
            </a:pPr>
            <a:r>
              <a:rPr sz="975" b="1">
                <a:solidFill>
                  <a:srgbClr val="B7C4CA"/>
                </a:solidFill>
                <a:latin typeface="Arial"/>
                <a:ea typeface="Arial"/>
                <a:cs typeface="Arial"/>
              </a:rPr>
              <a:t>TEST ROC-AUC</a:t>
            </a:r>
          </a:p>
        </p:txBody>
      </p:sp>
      <p:sp>
        <p:nvSpPr>
          <p:cNvPr id="31" name="">
            <a:extLst xmlns:a="http://schemas.openxmlformats.org/drawingml/2006/main">
              <a:ext uri="{FF2B5EF4-FFF2-40B4-BE49-F238E27FC236}">
                <a16:creationId xmlns:a16="http://schemas.microsoft.com/office/drawing/2014/main" id="{A9D5B4C2-4FE8-43A4-8351-75390EB8E0EC}"/>
              </a:ext>
            </a:extLst>
          </p:cNvPr>
          <p:cNvSpPr>
            <a:spLocks xmlns:a="http://schemas.openxmlformats.org/drawingml/2006/main" noGrp="1"/>
          </p:cNvSpPr>
          <p:nvPr/>
        </p:nvSpPr>
        <p:spPr>
          <a:xfrm xmlns:a="http://schemas.openxmlformats.org/drawingml/2006/main">
            <a:off x="6296025" y="4257675"/>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75" b="1">
                <a:solidFill>
                  <a:srgbClr val="F3F5F6"/>
                </a:solidFill>
                <a:latin typeface="Arial"/>
                <a:ea typeface="Arial"/>
                <a:cs typeface="Arial"/>
              </a:defRPr>
            </a:defPPr>
            <a:lvl1pPr algn="ctr">
              <a:defRPr sz="2175" b="1">
                <a:solidFill>
                  <a:srgbClr val="F3F5F6"/>
                </a:solidFill>
                <a:latin typeface="Arial"/>
                <a:ea typeface="Arial"/>
                <a:cs typeface="Arial"/>
              </a:defRPr>
            </a:lvl1pPr>
            <a:lvl2pPr algn="ctr">
              <a:defRPr sz="2175" b="1">
                <a:solidFill>
                  <a:srgbClr val="F3F5F6"/>
                </a:solidFill>
                <a:latin typeface="Arial"/>
                <a:ea typeface="Arial"/>
                <a:cs typeface="Arial"/>
              </a:defRPr>
            </a:lvl2pPr>
            <a:lvl3pPr algn="ctr">
              <a:defRPr sz="2175" b="1">
                <a:solidFill>
                  <a:srgbClr val="F3F5F6"/>
                </a:solidFill>
                <a:latin typeface="Arial"/>
                <a:ea typeface="Arial"/>
                <a:cs typeface="Arial"/>
              </a:defRPr>
            </a:lvl3pPr>
            <a:lvl4pPr algn="ctr">
              <a:defRPr sz="2175" b="1">
                <a:solidFill>
                  <a:srgbClr val="F3F5F6"/>
                </a:solidFill>
                <a:latin typeface="Arial"/>
                <a:ea typeface="Arial"/>
                <a:cs typeface="Arial"/>
              </a:defRPr>
            </a:lvl4pPr>
            <a:lvl5pPr algn="ctr">
              <a:defRPr sz="2175" b="1">
                <a:solidFill>
                  <a:srgbClr val="F3F5F6"/>
                </a:solidFill>
                <a:latin typeface="Arial"/>
                <a:ea typeface="Arial"/>
                <a:cs typeface="Arial"/>
              </a:defRPr>
            </a:lvl5pPr>
            <a:lvl6pPr algn="ctr">
              <a:defRPr sz="2175" b="1">
                <a:solidFill>
                  <a:srgbClr val="F3F5F6"/>
                </a:solidFill>
                <a:latin typeface="Arial"/>
                <a:ea typeface="Arial"/>
                <a:cs typeface="Arial"/>
              </a:defRPr>
            </a:lvl6pPr>
            <a:lvl7pPr algn="ctr">
              <a:defRPr sz="2175" b="1">
                <a:solidFill>
                  <a:srgbClr val="F3F5F6"/>
                </a:solidFill>
                <a:latin typeface="Arial"/>
                <a:ea typeface="Arial"/>
                <a:cs typeface="Arial"/>
              </a:defRPr>
            </a:lvl7pPr>
            <a:lvl8pPr algn="ctr">
              <a:defRPr sz="2175" b="1">
                <a:solidFill>
                  <a:srgbClr val="F3F5F6"/>
                </a:solidFill>
                <a:latin typeface="Arial"/>
                <a:ea typeface="Arial"/>
                <a:cs typeface="Arial"/>
              </a:defRPr>
            </a:lvl8pPr>
            <a:lvl9pPr algn="ctr">
              <a:defRPr sz="2175" b="1">
                <a:solidFill>
                  <a:srgbClr val="F3F5F6"/>
                </a:solidFill>
                <a:latin typeface="Arial"/>
                <a:ea typeface="Arial"/>
                <a:cs typeface="Arial"/>
              </a:defRPr>
            </a:lvl9pPr>
          </a:lstStyle>
          <a:p xmlns:a="http://schemas.openxmlformats.org/drawingml/2006/main">
            <a:pPr algn="ctr">
              <a:defRPr sz="2175" b="1">
                <a:solidFill>
                  <a:srgbClr val="F3F5F6"/>
                </a:solidFill>
                <a:latin typeface="Arial"/>
                <a:ea typeface="Arial"/>
                <a:cs typeface="Arial"/>
              </a:defRPr>
            </a:pPr>
            <a:r>
              <a:rPr sz="2175" b="1">
                <a:solidFill>
                  <a:srgbClr val="F3F5F6"/>
                </a:solidFill>
                <a:latin typeface="Arial"/>
                <a:ea typeface="Arial"/>
                <a:cs typeface="Arial"/>
              </a:rPr>
              <a:t>0.912</a:t>
            </a:r>
          </a:p>
        </p:txBody>
      </p:sp>
      <p:sp>
        <p:nvSpPr>
          <p:cNvPr id="32" name="">
            <a:extLst xmlns:a="http://schemas.openxmlformats.org/drawingml/2006/main">
              <a:ext uri="{FF2B5EF4-FFF2-40B4-BE49-F238E27FC236}">
                <a16:creationId xmlns:a16="http://schemas.microsoft.com/office/drawing/2014/main" id="{5A66B626-8ABA-4446-9FF7-3111F0D0B389}"/>
              </a:ext>
            </a:extLst>
          </p:cNvPr>
          <p:cNvSpPr>
            <a:spLocks xmlns:a="http://schemas.openxmlformats.org/drawingml/2006/main" noGrp="1"/>
          </p:cNvSpPr>
          <p:nvPr/>
        </p:nvSpPr>
        <p:spPr>
          <a:xfrm xmlns:a="http://schemas.openxmlformats.org/drawingml/2006/main">
            <a:off x="8905875" y="3810000"/>
            <a:ext cx="2476500" cy="1066800"/>
          </a:xfrm>
          <a:prstGeom xmlns:a="http://schemas.openxmlformats.org/drawingml/2006/main" prst="roundRect">
            <a:avLst>
              <a:gd name="adj" fmla="val 7143"/>
            </a:avLst>
          </a:prstGeom>
          <a:solidFill xmlns:a="http://schemas.openxmlformats.org/drawingml/2006/main">
            <a:srgbClr val="192630"/>
          </a:solidFill>
          <a:ln xmlns:a="http://schemas.openxmlformats.org/drawingml/2006/main" w="9525">
            <a:solidFill>
              <a:srgbClr val="40515B"/>
            </a:solidFill>
            <a:prstDash val="solid"/>
          </a:ln>
        </p:spPr>
      </p:sp>
      <p:sp>
        <p:nvSpPr>
          <p:cNvPr id="33" name="">
            <a:extLst xmlns:a="http://schemas.openxmlformats.org/drawingml/2006/main">
              <a:ext uri="{FF2B5EF4-FFF2-40B4-BE49-F238E27FC236}">
                <a16:creationId xmlns:a16="http://schemas.microsoft.com/office/drawing/2014/main" id="{98A917EF-3D72-4F21-BAA6-7F6F1DDB343F}"/>
              </a:ext>
            </a:extLst>
          </p:cNvPr>
          <p:cNvSpPr>
            <a:spLocks xmlns:a="http://schemas.openxmlformats.org/drawingml/2006/main" noGrp="1"/>
          </p:cNvSpPr>
          <p:nvPr/>
        </p:nvSpPr>
        <p:spPr>
          <a:xfrm xmlns:a="http://schemas.openxmlformats.org/drawingml/2006/main">
            <a:off x="9058275" y="3924300"/>
            <a:ext cx="2171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B7C4CA"/>
                </a:solidFill>
                <a:latin typeface="Arial"/>
                <a:ea typeface="Arial"/>
                <a:cs typeface="Arial"/>
              </a:defRPr>
            </a:defPPr>
            <a:lvl1pPr algn="ctr">
              <a:defRPr sz="975" b="1">
                <a:solidFill>
                  <a:srgbClr val="B7C4CA"/>
                </a:solidFill>
                <a:latin typeface="Arial"/>
                <a:ea typeface="Arial"/>
                <a:cs typeface="Arial"/>
              </a:defRPr>
            </a:lvl1pPr>
            <a:lvl2pPr algn="ctr">
              <a:defRPr sz="975" b="1">
                <a:solidFill>
                  <a:srgbClr val="B7C4CA"/>
                </a:solidFill>
                <a:latin typeface="Arial"/>
                <a:ea typeface="Arial"/>
                <a:cs typeface="Arial"/>
              </a:defRPr>
            </a:lvl2pPr>
            <a:lvl3pPr algn="ctr">
              <a:defRPr sz="975" b="1">
                <a:solidFill>
                  <a:srgbClr val="B7C4CA"/>
                </a:solidFill>
                <a:latin typeface="Arial"/>
                <a:ea typeface="Arial"/>
                <a:cs typeface="Arial"/>
              </a:defRPr>
            </a:lvl3pPr>
            <a:lvl4pPr algn="ctr">
              <a:defRPr sz="975" b="1">
                <a:solidFill>
                  <a:srgbClr val="B7C4CA"/>
                </a:solidFill>
                <a:latin typeface="Arial"/>
                <a:ea typeface="Arial"/>
                <a:cs typeface="Arial"/>
              </a:defRPr>
            </a:lvl4pPr>
            <a:lvl5pPr algn="ctr">
              <a:defRPr sz="975" b="1">
                <a:solidFill>
                  <a:srgbClr val="B7C4CA"/>
                </a:solidFill>
                <a:latin typeface="Arial"/>
                <a:ea typeface="Arial"/>
                <a:cs typeface="Arial"/>
              </a:defRPr>
            </a:lvl5pPr>
            <a:lvl6pPr algn="ctr">
              <a:defRPr sz="975" b="1">
                <a:solidFill>
                  <a:srgbClr val="B7C4CA"/>
                </a:solidFill>
                <a:latin typeface="Arial"/>
                <a:ea typeface="Arial"/>
                <a:cs typeface="Arial"/>
              </a:defRPr>
            </a:lvl6pPr>
            <a:lvl7pPr algn="ctr">
              <a:defRPr sz="975" b="1">
                <a:solidFill>
                  <a:srgbClr val="B7C4CA"/>
                </a:solidFill>
                <a:latin typeface="Arial"/>
                <a:ea typeface="Arial"/>
                <a:cs typeface="Arial"/>
              </a:defRPr>
            </a:lvl7pPr>
            <a:lvl8pPr algn="ctr">
              <a:defRPr sz="975" b="1">
                <a:solidFill>
                  <a:srgbClr val="B7C4CA"/>
                </a:solidFill>
                <a:latin typeface="Arial"/>
                <a:ea typeface="Arial"/>
                <a:cs typeface="Arial"/>
              </a:defRPr>
            </a:lvl8pPr>
            <a:lvl9pPr algn="ctr">
              <a:defRPr sz="975" b="1">
                <a:solidFill>
                  <a:srgbClr val="B7C4CA"/>
                </a:solidFill>
                <a:latin typeface="Arial"/>
                <a:ea typeface="Arial"/>
                <a:cs typeface="Arial"/>
              </a:defRPr>
            </a:lvl9pPr>
          </a:lstStyle>
          <a:p xmlns:a="http://schemas.openxmlformats.org/drawingml/2006/main">
            <a:pPr algn="ctr">
              <a:defRPr sz="975" b="1">
                <a:solidFill>
                  <a:srgbClr val="B7C4CA"/>
                </a:solidFill>
                <a:latin typeface="Arial"/>
                <a:ea typeface="Arial"/>
                <a:cs typeface="Arial"/>
              </a:defRPr>
            </a:pPr>
            <a:r>
              <a:rPr sz="975" b="1">
                <a:solidFill>
                  <a:srgbClr val="B7C4CA"/>
                </a:solidFill>
                <a:latin typeface="Arial"/>
                <a:ea typeface="Arial"/>
                <a:cs typeface="Arial"/>
              </a:rPr>
              <a:t>CALIBRATION</a:t>
            </a:r>
          </a:p>
        </p:txBody>
      </p:sp>
      <p:sp>
        <p:nvSpPr>
          <p:cNvPr id="34" name="">
            <a:extLst xmlns:a="http://schemas.openxmlformats.org/drawingml/2006/main">
              <a:ext uri="{FF2B5EF4-FFF2-40B4-BE49-F238E27FC236}">
                <a16:creationId xmlns:a16="http://schemas.microsoft.com/office/drawing/2014/main" id="{23A7EE11-9129-4733-9B2F-7BD9325918F8}"/>
              </a:ext>
            </a:extLst>
          </p:cNvPr>
          <p:cNvSpPr>
            <a:spLocks xmlns:a="http://schemas.openxmlformats.org/drawingml/2006/main" noGrp="1"/>
          </p:cNvSpPr>
          <p:nvPr/>
        </p:nvSpPr>
        <p:spPr>
          <a:xfrm xmlns:a="http://schemas.openxmlformats.org/drawingml/2006/main">
            <a:off x="9058275" y="4257675"/>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75" b="1">
                <a:solidFill>
                  <a:srgbClr val="F3F5F6"/>
                </a:solidFill>
                <a:latin typeface="Arial"/>
                <a:ea typeface="Arial"/>
                <a:cs typeface="Arial"/>
              </a:defRPr>
            </a:defPPr>
            <a:lvl1pPr algn="ctr">
              <a:defRPr sz="2175" b="1">
                <a:solidFill>
                  <a:srgbClr val="F3F5F6"/>
                </a:solidFill>
                <a:latin typeface="Arial"/>
                <a:ea typeface="Arial"/>
                <a:cs typeface="Arial"/>
              </a:defRPr>
            </a:lvl1pPr>
            <a:lvl2pPr algn="ctr">
              <a:defRPr sz="2175" b="1">
                <a:solidFill>
                  <a:srgbClr val="F3F5F6"/>
                </a:solidFill>
                <a:latin typeface="Arial"/>
                <a:ea typeface="Arial"/>
                <a:cs typeface="Arial"/>
              </a:defRPr>
            </a:lvl2pPr>
            <a:lvl3pPr algn="ctr">
              <a:defRPr sz="2175" b="1">
                <a:solidFill>
                  <a:srgbClr val="F3F5F6"/>
                </a:solidFill>
                <a:latin typeface="Arial"/>
                <a:ea typeface="Arial"/>
                <a:cs typeface="Arial"/>
              </a:defRPr>
            </a:lvl3pPr>
            <a:lvl4pPr algn="ctr">
              <a:defRPr sz="2175" b="1">
                <a:solidFill>
                  <a:srgbClr val="F3F5F6"/>
                </a:solidFill>
                <a:latin typeface="Arial"/>
                <a:ea typeface="Arial"/>
                <a:cs typeface="Arial"/>
              </a:defRPr>
            </a:lvl4pPr>
            <a:lvl5pPr algn="ctr">
              <a:defRPr sz="2175" b="1">
                <a:solidFill>
                  <a:srgbClr val="F3F5F6"/>
                </a:solidFill>
                <a:latin typeface="Arial"/>
                <a:ea typeface="Arial"/>
                <a:cs typeface="Arial"/>
              </a:defRPr>
            </a:lvl5pPr>
            <a:lvl6pPr algn="ctr">
              <a:defRPr sz="2175" b="1">
                <a:solidFill>
                  <a:srgbClr val="F3F5F6"/>
                </a:solidFill>
                <a:latin typeface="Arial"/>
                <a:ea typeface="Arial"/>
                <a:cs typeface="Arial"/>
              </a:defRPr>
            </a:lvl6pPr>
            <a:lvl7pPr algn="ctr">
              <a:defRPr sz="2175" b="1">
                <a:solidFill>
                  <a:srgbClr val="F3F5F6"/>
                </a:solidFill>
                <a:latin typeface="Arial"/>
                <a:ea typeface="Arial"/>
                <a:cs typeface="Arial"/>
              </a:defRPr>
            </a:lvl7pPr>
            <a:lvl8pPr algn="ctr">
              <a:defRPr sz="2175" b="1">
                <a:solidFill>
                  <a:srgbClr val="F3F5F6"/>
                </a:solidFill>
                <a:latin typeface="Arial"/>
                <a:ea typeface="Arial"/>
                <a:cs typeface="Arial"/>
              </a:defRPr>
            </a:lvl8pPr>
            <a:lvl9pPr algn="ctr">
              <a:defRPr sz="2175" b="1">
                <a:solidFill>
                  <a:srgbClr val="F3F5F6"/>
                </a:solidFill>
                <a:latin typeface="Arial"/>
                <a:ea typeface="Arial"/>
                <a:cs typeface="Arial"/>
              </a:defRPr>
            </a:lvl9pPr>
          </a:lstStyle>
          <a:p xmlns:a="http://schemas.openxmlformats.org/drawingml/2006/main">
            <a:pPr algn="ctr">
              <a:defRPr sz="2175" b="1">
                <a:solidFill>
                  <a:srgbClr val="F3F5F6"/>
                </a:solidFill>
                <a:latin typeface="Arial"/>
                <a:ea typeface="Arial"/>
                <a:cs typeface="Arial"/>
              </a:defRPr>
            </a:pPr>
            <a:r>
              <a:rPr sz="2175" b="1">
                <a:solidFill>
                  <a:srgbClr val="F3F5F6"/>
                </a:solidFill>
                <a:latin typeface="Arial"/>
                <a:ea typeface="Arial"/>
                <a:cs typeface="Arial"/>
              </a:rPr>
              <a:t>N/A</a:t>
            </a:r>
          </a:p>
        </p:txBody>
      </p:sp>
      <p:sp>
        <p:nvSpPr>
          <p:cNvPr id="35" name="">
            <a:extLst xmlns:a="http://schemas.openxmlformats.org/drawingml/2006/main">
              <a:ext uri="{FF2B5EF4-FFF2-40B4-BE49-F238E27FC236}">
                <a16:creationId xmlns:a16="http://schemas.microsoft.com/office/drawing/2014/main" id="{A45CF266-6B62-4033-8178-6252A54D9480}"/>
              </a:ext>
            </a:extLst>
          </p:cNvPr>
          <p:cNvSpPr>
            <a:spLocks xmlns:a="http://schemas.openxmlformats.org/drawingml/2006/main" noGrp="1"/>
          </p:cNvSpPr>
          <p:nvPr/>
        </p:nvSpPr>
        <p:spPr>
          <a:xfrm xmlns:a="http://schemas.openxmlformats.org/drawingml/2006/main">
            <a:off x="647700" y="5133975"/>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3F5F6"/>
                </a:solidFill>
                <a:latin typeface="Arial"/>
                <a:ea typeface="Arial"/>
                <a:cs typeface="Arial"/>
              </a:defRPr>
            </a:defPPr>
            <a:lvl1pPr algn="l">
              <a:defRPr sz="1200" b="1">
                <a:solidFill>
                  <a:srgbClr val="F3F5F6"/>
                </a:solidFill>
                <a:latin typeface="Arial"/>
                <a:ea typeface="Arial"/>
                <a:cs typeface="Arial"/>
              </a:defRPr>
            </a:lvl1pPr>
            <a:lvl2pPr algn="l">
              <a:defRPr sz="1200" b="1">
                <a:solidFill>
                  <a:srgbClr val="F3F5F6"/>
                </a:solidFill>
                <a:latin typeface="Arial"/>
                <a:ea typeface="Arial"/>
                <a:cs typeface="Arial"/>
              </a:defRPr>
            </a:lvl2pPr>
            <a:lvl3pPr algn="l">
              <a:defRPr sz="1200" b="1">
                <a:solidFill>
                  <a:srgbClr val="F3F5F6"/>
                </a:solidFill>
                <a:latin typeface="Arial"/>
                <a:ea typeface="Arial"/>
                <a:cs typeface="Arial"/>
              </a:defRPr>
            </a:lvl3pPr>
            <a:lvl4pPr algn="l">
              <a:defRPr sz="1200" b="1">
                <a:solidFill>
                  <a:srgbClr val="F3F5F6"/>
                </a:solidFill>
                <a:latin typeface="Arial"/>
                <a:ea typeface="Arial"/>
                <a:cs typeface="Arial"/>
              </a:defRPr>
            </a:lvl4pPr>
            <a:lvl5pPr algn="l">
              <a:defRPr sz="1200" b="1">
                <a:solidFill>
                  <a:srgbClr val="F3F5F6"/>
                </a:solidFill>
                <a:latin typeface="Arial"/>
                <a:ea typeface="Arial"/>
                <a:cs typeface="Arial"/>
              </a:defRPr>
            </a:lvl5pPr>
            <a:lvl6pPr algn="l">
              <a:defRPr sz="1200" b="1">
                <a:solidFill>
                  <a:srgbClr val="F3F5F6"/>
                </a:solidFill>
                <a:latin typeface="Arial"/>
                <a:ea typeface="Arial"/>
                <a:cs typeface="Arial"/>
              </a:defRPr>
            </a:lvl6pPr>
            <a:lvl7pPr algn="l">
              <a:defRPr sz="1200" b="1">
                <a:solidFill>
                  <a:srgbClr val="F3F5F6"/>
                </a:solidFill>
                <a:latin typeface="Arial"/>
                <a:ea typeface="Arial"/>
                <a:cs typeface="Arial"/>
              </a:defRPr>
            </a:lvl7pPr>
            <a:lvl8pPr algn="l">
              <a:defRPr sz="1200" b="1">
                <a:solidFill>
                  <a:srgbClr val="F3F5F6"/>
                </a:solidFill>
                <a:latin typeface="Arial"/>
                <a:ea typeface="Arial"/>
                <a:cs typeface="Arial"/>
              </a:defRPr>
            </a:lvl8pPr>
            <a:lvl9pPr algn="l">
              <a:defRPr sz="1200" b="1">
                <a:solidFill>
                  <a:srgbClr val="F3F5F6"/>
                </a:solidFill>
                <a:latin typeface="Arial"/>
                <a:ea typeface="Arial"/>
                <a:cs typeface="Arial"/>
              </a:defRPr>
            </a:lvl9pPr>
          </a:lstStyle>
          <a:p xmlns:a="http://schemas.openxmlformats.org/drawingml/2006/main">
            <a:pPr algn="l">
              <a:defRPr sz="1200" b="1">
                <a:solidFill>
                  <a:srgbClr val="F3F5F6"/>
                </a:solidFill>
                <a:latin typeface="Arial"/>
                <a:ea typeface="Arial"/>
                <a:cs typeface="Arial"/>
              </a:defRPr>
            </a:pPr>
            <a:r>
              <a:rPr sz="1200" b="1">
                <a:solidFill>
                  <a:srgbClr val="F3F5F6"/>
                </a:solidFill>
                <a:latin typeface="Arial"/>
                <a:ea typeface="Arial"/>
                <a:cs typeface="Arial"/>
              </a:rPr>
              <a:t>85.2% accuracy and 0.850 macro F1 were recorded on 11,324 images in an earlier random-split run.</a:t>
            </a:r>
          </a:p>
        </p:txBody>
      </p:sp>
      <p:sp>
        <p:nvSpPr>
          <p:cNvPr id="36" name="">
            <a:extLst xmlns:a="http://schemas.openxmlformats.org/drawingml/2006/main">
              <a:ext uri="{FF2B5EF4-FFF2-40B4-BE49-F238E27FC236}">
                <a16:creationId xmlns:a16="http://schemas.microsoft.com/office/drawing/2014/main" id="{0095C56C-BAC0-4BBF-A9E8-59AA6DEEE214}"/>
              </a:ext>
            </a:extLst>
          </p:cNvPr>
          <p:cNvSpPr>
            <a:spLocks xmlns:a="http://schemas.openxmlformats.org/drawingml/2006/main" noGrp="1"/>
          </p:cNvSpPr>
          <p:nvPr/>
        </p:nvSpPr>
        <p:spPr>
          <a:xfrm xmlns:a="http://schemas.openxmlformats.org/drawingml/2006/main">
            <a:off x="647700" y="542925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FF7B72"/>
                </a:solidFill>
                <a:latin typeface="Arial"/>
                <a:ea typeface="Arial"/>
                <a:cs typeface="Arial"/>
              </a:defRPr>
            </a:defPPr>
            <a:lvl1pPr algn="l">
              <a:defRPr sz="1125" b="1">
                <a:solidFill>
                  <a:srgbClr val="FF7B72"/>
                </a:solidFill>
                <a:latin typeface="Arial"/>
                <a:ea typeface="Arial"/>
                <a:cs typeface="Arial"/>
              </a:defRPr>
            </a:lvl1pPr>
            <a:lvl2pPr algn="l">
              <a:defRPr sz="1125" b="1">
                <a:solidFill>
                  <a:srgbClr val="FF7B72"/>
                </a:solidFill>
                <a:latin typeface="Arial"/>
                <a:ea typeface="Arial"/>
                <a:cs typeface="Arial"/>
              </a:defRPr>
            </a:lvl2pPr>
            <a:lvl3pPr algn="l">
              <a:defRPr sz="1125" b="1">
                <a:solidFill>
                  <a:srgbClr val="FF7B72"/>
                </a:solidFill>
                <a:latin typeface="Arial"/>
                <a:ea typeface="Arial"/>
                <a:cs typeface="Arial"/>
              </a:defRPr>
            </a:lvl3pPr>
            <a:lvl4pPr algn="l">
              <a:defRPr sz="1125" b="1">
                <a:solidFill>
                  <a:srgbClr val="FF7B72"/>
                </a:solidFill>
                <a:latin typeface="Arial"/>
                <a:ea typeface="Arial"/>
                <a:cs typeface="Arial"/>
              </a:defRPr>
            </a:lvl4pPr>
            <a:lvl5pPr algn="l">
              <a:defRPr sz="1125" b="1">
                <a:solidFill>
                  <a:srgbClr val="FF7B72"/>
                </a:solidFill>
                <a:latin typeface="Arial"/>
                <a:ea typeface="Arial"/>
                <a:cs typeface="Arial"/>
              </a:defRPr>
            </a:lvl5pPr>
            <a:lvl6pPr algn="l">
              <a:defRPr sz="1125" b="1">
                <a:solidFill>
                  <a:srgbClr val="FF7B72"/>
                </a:solidFill>
                <a:latin typeface="Arial"/>
                <a:ea typeface="Arial"/>
                <a:cs typeface="Arial"/>
              </a:defRPr>
            </a:lvl6pPr>
            <a:lvl7pPr algn="l">
              <a:defRPr sz="1125" b="1">
                <a:solidFill>
                  <a:srgbClr val="FF7B72"/>
                </a:solidFill>
                <a:latin typeface="Arial"/>
                <a:ea typeface="Arial"/>
                <a:cs typeface="Arial"/>
              </a:defRPr>
            </a:lvl7pPr>
            <a:lvl8pPr algn="l">
              <a:defRPr sz="1125" b="1">
                <a:solidFill>
                  <a:srgbClr val="FF7B72"/>
                </a:solidFill>
                <a:latin typeface="Arial"/>
                <a:ea typeface="Arial"/>
                <a:cs typeface="Arial"/>
              </a:defRPr>
            </a:lvl8pPr>
            <a:lvl9pPr algn="l">
              <a:defRPr sz="1125" b="1">
                <a:solidFill>
                  <a:srgbClr val="FF7B72"/>
                </a:solidFill>
                <a:latin typeface="Arial"/>
                <a:ea typeface="Arial"/>
                <a:cs typeface="Arial"/>
              </a:defRPr>
            </a:lvl9pPr>
          </a:lstStyle>
          <a:p xmlns:a="http://schemas.openxmlformats.org/drawingml/2006/main">
            <a:pPr algn="l">
              <a:defRPr sz="1125" b="1">
                <a:solidFill>
                  <a:srgbClr val="FF7B72"/>
                </a:solidFill>
                <a:latin typeface="Arial"/>
                <a:ea typeface="Arial"/>
                <a:cs typeface="Arial"/>
              </a:defRPr>
            </a:pPr>
            <a:r>
              <a:rPr sz="1125" b="1">
                <a:solidFill>
                  <a:srgbClr val="FF7B72"/>
                </a:solidFill>
                <a:latin typeface="Arial"/>
                <a:ea typeface="Arial"/>
                <a:cs typeface="Arial"/>
              </a:rPr>
              <a:t>Historical checkpoint / split; not results for the current 17-image demo or the generator-held-out protocol.</a:t>
            </a:r>
          </a:p>
        </p:txBody>
      </p:sp>
      <p:sp>
        <p:nvSpPr>
          <p:cNvPr id="37" name="">
            <a:extLst xmlns:a="http://schemas.openxmlformats.org/drawingml/2006/main">
              <a:ext uri="{FF2B5EF4-FFF2-40B4-BE49-F238E27FC236}">
                <a16:creationId xmlns:a16="http://schemas.microsoft.com/office/drawing/2014/main" id="{DA6DB4E6-D0EF-4A85-B7CA-7A418E3FFC7E}"/>
              </a:ext>
            </a:extLst>
          </p:cNvPr>
          <p:cNvSpPr>
            <a:spLocks xmlns:a="http://schemas.openxmlformats.org/drawingml/2006/main" noGrp="1"/>
          </p:cNvSpPr>
          <p:nvPr/>
        </p:nvSpPr>
        <p:spPr>
          <a:xfrm xmlns:a="http://schemas.openxmlformats.org/drawingml/2006/main">
            <a:off x="666750" y="5876925"/>
            <a:ext cx="1085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43D9C3"/>
                </a:solidFill>
                <a:latin typeface="Arial"/>
                <a:ea typeface="Arial"/>
                <a:cs typeface="Arial"/>
              </a:defRPr>
            </a:defPPr>
            <a:lvl1pPr algn="ctr">
              <a:defRPr sz="1050" b="1">
                <a:solidFill>
                  <a:srgbClr val="43D9C3"/>
                </a:solidFill>
                <a:latin typeface="Arial"/>
                <a:ea typeface="Arial"/>
                <a:cs typeface="Arial"/>
              </a:defRPr>
            </a:lvl1pPr>
            <a:lvl2pPr algn="ctr">
              <a:defRPr sz="1050" b="1">
                <a:solidFill>
                  <a:srgbClr val="43D9C3"/>
                </a:solidFill>
                <a:latin typeface="Arial"/>
                <a:ea typeface="Arial"/>
                <a:cs typeface="Arial"/>
              </a:defRPr>
            </a:lvl2pPr>
            <a:lvl3pPr algn="ctr">
              <a:defRPr sz="1050" b="1">
                <a:solidFill>
                  <a:srgbClr val="43D9C3"/>
                </a:solidFill>
                <a:latin typeface="Arial"/>
                <a:ea typeface="Arial"/>
                <a:cs typeface="Arial"/>
              </a:defRPr>
            </a:lvl3pPr>
            <a:lvl4pPr algn="ctr">
              <a:defRPr sz="1050" b="1">
                <a:solidFill>
                  <a:srgbClr val="43D9C3"/>
                </a:solidFill>
                <a:latin typeface="Arial"/>
                <a:ea typeface="Arial"/>
                <a:cs typeface="Arial"/>
              </a:defRPr>
            </a:lvl4pPr>
            <a:lvl5pPr algn="ctr">
              <a:defRPr sz="1050" b="1">
                <a:solidFill>
                  <a:srgbClr val="43D9C3"/>
                </a:solidFill>
                <a:latin typeface="Arial"/>
                <a:ea typeface="Arial"/>
                <a:cs typeface="Arial"/>
              </a:defRPr>
            </a:lvl5pPr>
            <a:lvl6pPr algn="ctr">
              <a:defRPr sz="1050" b="1">
                <a:solidFill>
                  <a:srgbClr val="43D9C3"/>
                </a:solidFill>
                <a:latin typeface="Arial"/>
                <a:ea typeface="Arial"/>
                <a:cs typeface="Arial"/>
              </a:defRPr>
            </a:lvl6pPr>
            <a:lvl7pPr algn="ctr">
              <a:defRPr sz="1050" b="1">
                <a:solidFill>
                  <a:srgbClr val="43D9C3"/>
                </a:solidFill>
                <a:latin typeface="Arial"/>
                <a:ea typeface="Arial"/>
                <a:cs typeface="Arial"/>
              </a:defRPr>
            </a:lvl7pPr>
            <a:lvl8pPr algn="ctr">
              <a:defRPr sz="1050" b="1">
                <a:solidFill>
                  <a:srgbClr val="43D9C3"/>
                </a:solidFill>
                <a:latin typeface="Arial"/>
                <a:ea typeface="Arial"/>
                <a:cs typeface="Arial"/>
              </a:defRPr>
            </a:lvl8pPr>
            <a:lvl9pPr algn="ctr">
              <a:defRPr sz="1050" b="1">
                <a:solidFill>
                  <a:srgbClr val="43D9C3"/>
                </a:solidFill>
                <a:latin typeface="Arial"/>
                <a:ea typeface="Arial"/>
                <a:cs typeface="Arial"/>
              </a:defRPr>
            </a:lvl9pPr>
          </a:lstStyle>
          <a:p xmlns:a="http://schemas.openxmlformats.org/drawingml/2006/main">
            <a:pPr algn="ctr">
              <a:defRPr sz="1050" b="1">
                <a:solidFill>
                  <a:srgbClr val="43D9C3"/>
                </a:solidFill>
                <a:latin typeface="Arial"/>
                <a:ea typeface="Arial"/>
                <a:cs typeface="Arial"/>
              </a:defRPr>
            </a:pPr>
            <a:r>
              <a:rPr sz="1050" b="1">
                <a:solidFill>
                  <a:srgbClr val="43D9C3"/>
                </a:solidFill>
                <a:latin typeface="Arial"/>
                <a:ea typeface="Arial"/>
                <a:cs typeface="Arial"/>
              </a:rPr>
              <a:t>Accuracy: correct / total  ·  Precision: correct AI flags / all AI flags  ·  F1: precision–recall balance</a:t>
            </a:r>
          </a:p>
        </p:txBody>
      </p:sp>
    </p:spTree>
    <p:extLst>
      <p:ext uri="{BB962C8B-B14F-4D97-AF65-F5344CB8AC3E}">
        <p14:creationId xmlns:p14="http://schemas.microsoft.com/office/powerpoint/2010/main" val="1382607454"/>
      </p:ext>
    </p:extLst>
  </p:cSld>
</p:sld>
</file>

<file path=ppt/slides/slide10.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E4453E3-C9AA-4CA8-BB7E-524D8D82A80C}"/>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09  /  TAKEAWAYS</a:t>
            </a:r>
          </a:p>
        </p:txBody>
      </p:sp>
      <p:sp>
        <p:nvSpPr>
          <p:cNvPr id="2" name="">
            <a:extLst xmlns:a="http://schemas.openxmlformats.org/drawingml/2006/main">
              <a:ext uri="{FF2B5EF4-FFF2-40B4-BE49-F238E27FC236}">
                <a16:creationId xmlns:a16="http://schemas.microsoft.com/office/drawing/2014/main" id="{658CC262-14D2-4928-9739-C02F5CA227DF}"/>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Conclusion &amp; future enhancements</a:t>
            </a:r>
          </a:p>
        </p:txBody>
      </p:sp>
      <p:sp>
        <p:nvSpPr>
          <p:cNvPr id="3" name="">
            <a:extLst xmlns:a="http://schemas.openxmlformats.org/drawingml/2006/main">
              <a:ext uri="{FF2B5EF4-FFF2-40B4-BE49-F238E27FC236}">
                <a16:creationId xmlns:a16="http://schemas.microsoft.com/office/drawing/2014/main" id="{B2217918-FDB5-4AFA-8F2F-CEEDF7235F61}"/>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F1FCE580-7C4E-4296-AA11-C3EDEF63196B}"/>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58631ECB-40C0-4442-B78F-20007A7A7719}"/>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4A6AD600-7F36-4334-AB64-B1DF0032D89A}"/>
              </a:ext>
            </a:extLst>
          </p:cNvPr>
          <p:cNvSpPr>
            <a:spLocks xmlns:a="http://schemas.openxmlformats.org/drawingml/2006/main" noGrp="1"/>
          </p:cNvSpPr>
          <p:nvPr/>
        </p:nvSpPr>
        <p:spPr>
          <a:xfrm xmlns:a="http://schemas.openxmlformats.org/drawingml/2006/main">
            <a:off x="590550" y="1619250"/>
            <a:ext cx="5048250" cy="1952625"/>
          </a:xfrm>
          <a:prstGeom xmlns:a="http://schemas.openxmlformats.org/drawingml/2006/main" prst="roundRect">
            <a:avLst>
              <a:gd name="adj" fmla="val 3902"/>
            </a:avLst>
          </a:prstGeom>
          <a:solidFill xmlns:a="http://schemas.openxmlformats.org/drawingml/2006/main">
            <a:srgbClr val="192630"/>
          </a:solidFill>
          <a:ln xmlns:a="http://schemas.openxmlformats.org/drawingml/2006/main" w="9525">
            <a:solidFill>
              <a:srgbClr val="40515B"/>
            </a:solidFill>
            <a:prstDash val="solid"/>
          </a:ln>
        </p:spPr>
      </p:sp>
      <p:sp>
        <p:nvSpPr>
          <p:cNvPr id="7" name="">
            <a:extLst xmlns:a="http://schemas.openxmlformats.org/drawingml/2006/main">
              <a:ext uri="{FF2B5EF4-FFF2-40B4-BE49-F238E27FC236}">
                <a16:creationId xmlns:a16="http://schemas.microsoft.com/office/drawing/2014/main" id="{B9278F75-8941-4891-98B6-8BB739699041}"/>
              </a:ext>
            </a:extLst>
          </p:cNvPr>
          <p:cNvSpPr>
            <a:spLocks xmlns:a="http://schemas.openxmlformats.org/drawingml/2006/main" noGrp="1"/>
          </p:cNvSpPr>
          <p:nvPr/>
        </p:nvSpPr>
        <p:spPr>
          <a:xfrm xmlns:a="http://schemas.openxmlformats.org/drawingml/2006/main">
            <a:off x="781050" y="17716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43D9C3"/>
                </a:solidFill>
                <a:latin typeface="Arial"/>
                <a:ea typeface="Arial"/>
                <a:cs typeface="Arial"/>
              </a:defRPr>
            </a:defPPr>
            <a:lvl1pPr algn="l">
              <a:defRPr sz="1425" b="1">
                <a:solidFill>
                  <a:srgbClr val="43D9C3"/>
                </a:solidFill>
                <a:latin typeface="Arial"/>
                <a:ea typeface="Arial"/>
                <a:cs typeface="Arial"/>
              </a:defRPr>
            </a:lvl1pPr>
            <a:lvl2pPr algn="l">
              <a:defRPr sz="1425" b="1">
                <a:solidFill>
                  <a:srgbClr val="43D9C3"/>
                </a:solidFill>
                <a:latin typeface="Arial"/>
                <a:ea typeface="Arial"/>
                <a:cs typeface="Arial"/>
              </a:defRPr>
            </a:lvl2pPr>
            <a:lvl3pPr algn="l">
              <a:defRPr sz="1425" b="1">
                <a:solidFill>
                  <a:srgbClr val="43D9C3"/>
                </a:solidFill>
                <a:latin typeface="Arial"/>
                <a:ea typeface="Arial"/>
                <a:cs typeface="Arial"/>
              </a:defRPr>
            </a:lvl3pPr>
            <a:lvl4pPr algn="l">
              <a:defRPr sz="1425" b="1">
                <a:solidFill>
                  <a:srgbClr val="43D9C3"/>
                </a:solidFill>
                <a:latin typeface="Arial"/>
                <a:ea typeface="Arial"/>
                <a:cs typeface="Arial"/>
              </a:defRPr>
            </a:lvl4pPr>
            <a:lvl5pPr algn="l">
              <a:defRPr sz="1425" b="1">
                <a:solidFill>
                  <a:srgbClr val="43D9C3"/>
                </a:solidFill>
                <a:latin typeface="Arial"/>
                <a:ea typeface="Arial"/>
                <a:cs typeface="Arial"/>
              </a:defRPr>
            </a:lvl5pPr>
            <a:lvl6pPr algn="l">
              <a:defRPr sz="1425" b="1">
                <a:solidFill>
                  <a:srgbClr val="43D9C3"/>
                </a:solidFill>
                <a:latin typeface="Arial"/>
                <a:ea typeface="Arial"/>
                <a:cs typeface="Arial"/>
              </a:defRPr>
            </a:lvl6pPr>
            <a:lvl7pPr algn="l">
              <a:defRPr sz="1425" b="1">
                <a:solidFill>
                  <a:srgbClr val="43D9C3"/>
                </a:solidFill>
                <a:latin typeface="Arial"/>
                <a:ea typeface="Arial"/>
                <a:cs typeface="Arial"/>
              </a:defRPr>
            </a:lvl7pPr>
            <a:lvl8pPr algn="l">
              <a:defRPr sz="1425" b="1">
                <a:solidFill>
                  <a:srgbClr val="43D9C3"/>
                </a:solidFill>
                <a:latin typeface="Arial"/>
                <a:ea typeface="Arial"/>
                <a:cs typeface="Arial"/>
              </a:defRPr>
            </a:lvl8pPr>
            <a:lvl9pPr algn="l">
              <a:defRPr sz="1425" b="1">
                <a:solidFill>
                  <a:srgbClr val="43D9C3"/>
                </a:solidFill>
                <a:latin typeface="Arial"/>
                <a:ea typeface="Arial"/>
                <a:cs typeface="Arial"/>
              </a:defRPr>
            </a:lvl9pPr>
          </a:lstStyle>
          <a:p xmlns:a="http://schemas.openxmlformats.org/drawingml/2006/main">
            <a:pPr algn="l">
              <a:defRPr sz="1425" b="1">
                <a:solidFill>
                  <a:srgbClr val="43D9C3"/>
                </a:solidFill>
                <a:latin typeface="Arial"/>
                <a:ea typeface="Arial"/>
                <a:cs typeface="Arial"/>
              </a:defRPr>
            </a:pPr>
            <a:r>
              <a:rPr sz="1425" b="1">
                <a:solidFill>
                  <a:srgbClr val="43D9C3"/>
                </a:solidFill>
                <a:latin typeface="Arial"/>
                <a:ea typeface="Arial"/>
                <a:cs typeface="Arial"/>
              </a:rPr>
              <a:t>CONCLUSION</a:t>
            </a:r>
          </a:p>
        </p:txBody>
      </p:sp>
      <p:sp>
        <p:nvSpPr>
          <p:cNvPr id="8" name="">
            <a:extLst xmlns:a="http://schemas.openxmlformats.org/drawingml/2006/main">
              <a:ext uri="{FF2B5EF4-FFF2-40B4-BE49-F238E27FC236}">
                <a16:creationId xmlns:a16="http://schemas.microsoft.com/office/drawing/2014/main" id="{25C12ACD-2B85-4AD7-9F3F-D7AC736E8D45}"/>
              </a:ext>
            </a:extLst>
          </p:cNvPr>
          <p:cNvSpPr>
            <a:spLocks xmlns:a="http://schemas.openxmlformats.org/drawingml/2006/main" noGrp="1"/>
          </p:cNvSpPr>
          <p:nvPr/>
        </p:nvSpPr>
        <p:spPr>
          <a:xfrm xmlns:a="http://schemas.openxmlformats.org/drawingml/2006/main">
            <a:off x="781050" y="2143125"/>
            <a:ext cx="46672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TRUEFRAME demonstrates a full supervised CV workflow: image preprocessing, pretrained CNN features, fine-tuning, binary prediction and optional interpretation views.</a:t>
            </a:r>
          </a:p>
        </p:txBody>
      </p:sp>
      <p:sp>
        <p:nvSpPr>
          <p:cNvPr id="9" name="">
            <a:extLst xmlns:a="http://schemas.openxmlformats.org/drawingml/2006/main">
              <a:ext uri="{FF2B5EF4-FFF2-40B4-BE49-F238E27FC236}">
                <a16:creationId xmlns:a16="http://schemas.microsoft.com/office/drawing/2014/main" id="{E5703439-5C20-433A-8A58-11F1BC0225E0}"/>
              </a:ext>
            </a:extLst>
          </p:cNvPr>
          <p:cNvSpPr>
            <a:spLocks xmlns:a="http://schemas.openxmlformats.org/drawingml/2006/main" noGrp="1"/>
          </p:cNvSpPr>
          <p:nvPr/>
        </p:nvSpPr>
        <p:spPr>
          <a:xfrm xmlns:a="http://schemas.openxmlformats.org/drawingml/2006/main">
            <a:off x="6076950" y="1619250"/>
            <a:ext cx="5524500" cy="1952625"/>
          </a:xfrm>
          <a:prstGeom xmlns:a="http://schemas.openxmlformats.org/drawingml/2006/main" prst="roundRect">
            <a:avLst>
              <a:gd name="adj" fmla="val 3902"/>
            </a:avLst>
          </a:prstGeom>
          <a:solidFill xmlns:a="http://schemas.openxmlformats.org/drawingml/2006/main">
            <a:srgbClr val="192630"/>
          </a:solidFill>
          <a:ln xmlns:a="http://schemas.openxmlformats.org/drawingml/2006/main" w="9525">
            <a:solidFill>
              <a:srgbClr val="40515B"/>
            </a:solidFill>
            <a:prstDash val="solid"/>
          </a:ln>
        </p:spPr>
      </p:sp>
      <p:sp>
        <p:nvSpPr>
          <p:cNvPr id="10" name="">
            <a:extLst xmlns:a="http://schemas.openxmlformats.org/drawingml/2006/main">
              <a:ext uri="{FF2B5EF4-FFF2-40B4-BE49-F238E27FC236}">
                <a16:creationId xmlns:a16="http://schemas.microsoft.com/office/drawing/2014/main" id="{5C9EE16B-0EA6-4334-A9F4-633647740FC1}"/>
              </a:ext>
            </a:extLst>
          </p:cNvPr>
          <p:cNvSpPr>
            <a:spLocks xmlns:a="http://schemas.openxmlformats.org/drawingml/2006/main" noGrp="1"/>
          </p:cNvSpPr>
          <p:nvPr/>
        </p:nvSpPr>
        <p:spPr>
          <a:xfrm xmlns:a="http://schemas.openxmlformats.org/drawingml/2006/main">
            <a:off x="6267450" y="17716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B454"/>
                </a:solidFill>
                <a:latin typeface="Arial"/>
                <a:ea typeface="Arial"/>
                <a:cs typeface="Arial"/>
              </a:defRPr>
            </a:defPPr>
            <a:lvl1pPr algn="l">
              <a:defRPr sz="1425" b="1">
                <a:solidFill>
                  <a:srgbClr val="FFB454"/>
                </a:solidFill>
                <a:latin typeface="Arial"/>
                <a:ea typeface="Arial"/>
                <a:cs typeface="Arial"/>
              </a:defRPr>
            </a:lvl1pPr>
            <a:lvl2pPr algn="l">
              <a:defRPr sz="1425" b="1">
                <a:solidFill>
                  <a:srgbClr val="FFB454"/>
                </a:solidFill>
                <a:latin typeface="Arial"/>
                <a:ea typeface="Arial"/>
                <a:cs typeface="Arial"/>
              </a:defRPr>
            </a:lvl2pPr>
            <a:lvl3pPr algn="l">
              <a:defRPr sz="1425" b="1">
                <a:solidFill>
                  <a:srgbClr val="FFB454"/>
                </a:solidFill>
                <a:latin typeface="Arial"/>
                <a:ea typeface="Arial"/>
                <a:cs typeface="Arial"/>
              </a:defRPr>
            </a:lvl3pPr>
            <a:lvl4pPr algn="l">
              <a:defRPr sz="1425" b="1">
                <a:solidFill>
                  <a:srgbClr val="FFB454"/>
                </a:solidFill>
                <a:latin typeface="Arial"/>
                <a:ea typeface="Arial"/>
                <a:cs typeface="Arial"/>
              </a:defRPr>
            </a:lvl4pPr>
            <a:lvl5pPr algn="l">
              <a:defRPr sz="1425" b="1">
                <a:solidFill>
                  <a:srgbClr val="FFB454"/>
                </a:solidFill>
                <a:latin typeface="Arial"/>
                <a:ea typeface="Arial"/>
                <a:cs typeface="Arial"/>
              </a:defRPr>
            </a:lvl5pPr>
            <a:lvl6pPr algn="l">
              <a:defRPr sz="1425" b="1">
                <a:solidFill>
                  <a:srgbClr val="FFB454"/>
                </a:solidFill>
                <a:latin typeface="Arial"/>
                <a:ea typeface="Arial"/>
                <a:cs typeface="Arial"/>
              </a:defRPr>
            </a:lvl6pPr>
            <a:lvl7pPr algn="l">
              <a:defRPr sz="1425" b="1">
                <a:solidFill>
                  <a:srgbClr val="FFB454"/>
                </a:solidFill>
                <a:latin typeface="Arial"/>
                <a:ea typeface="Arial"/>
                <a:cs typeface="Arial"/>
              </a:defRPr>
            </a:lvl7pPr>
            <a:lvl8pPr algn="l">
              <a:defRPr sz="1425" b="1">
                <a:solidFill>
                  <a:srgbClr val="FFB454"/>
                </a:solidFill>
                <a:latin typeface="Arial"/>
                <a:ea typeface="Arial"/>
                <a:cs typeface="Arial"/>
              </a:defRPr>
            </a:lvl8pPr>
            <a:lvl9pPr algn="l">
              <a:defRPr sz="1425" b="1">
                <a:solidFill>
                  <a:srgbClr val="FFB454"/>
                </a:solidFill>
                <a:latin typeface="Arial"/>
                <a:ea typeface="Arial"/>
                <a:cs typeface="Arial"/>
              </a:defRPr>
            </a:lvl9pPr>
          </a:lstStyle>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CURRENT TAKEAWAY</a:t>
            </a:r>
          </a:p>
        </p:txBody>
      </p:sp>
      <p:sp>
        <p:nvSpPr>
          <p:cNvPr id="11" name="">
            <a:extLst xmlns:a="http://schemas.openxmlformats.org/drawingml/2006/main">
              <a:ext uri="{FF2B5EF4-FFF2-40B4-BE49-F238E27FC236}">
                <a16:creationId xmlns:a16="http://schemas.microsoft.com/office/drawing/2014/main" id="{9CBC785E-FC7A-4BD3-878D-D075BE61AEF2}"/>
              </a:ext>
            </a:extLst>
          </p:cNvPr>
          <p:cNvSpPr>
            <a:spLocks xmlns:a="http://schemas.openxmlformats.org/drawingml/2006/main" noGrp="1"/>
          </p:cNvSpPr>
          <p:nvPr/>
        </p:nvSpPr>
        <p:spPr>
          <a:xfrm xmlns:a="http://schemas.openxmlformats.org/drawingml/2006/main">
            <a:off x="6267450" y="2143125"/>
            <a:ext cx="514350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The demo can replay its labeled examples. It does not yet establish reliable performance on new or independently sourced images.</a:t>
            </a:r>
          </a:p>
        </p:txBody>
      </p:sp>
      <p:sp>
        <p:nvSpPr>
          <p:cNvPr id="12" name="">
            <a:extLst xmlns:a="http://schemas.openxmlformats.org/drawingml/2006/main">
              <a:ext uri="{FF2B5EF4-FFF2-40B4-BE49-F238E27FC236}">
                <a16:creationId xmlns:a16="http://schemas.microsoft.com/office/drawing/2014/main" id="{E42A4C15-388A-45A0-9919-306624BCE3F5}"/>
              </a:ext>
            </a:extLst>
          </p:cNvPr>
          <p:cNvSpPr>
            <a:spLocks xmlns:a="http://schemas.openxmlformats.org/drawingml/2006/main" noGrp="1"/>
          </p:cNvSpPr>
          <p:nvPr/>
        </p:nvSpPr>
        <p:spPr>
          <a:xfrm xmlns:a="http://schemas.openxmlformats.org/drawingml/2006/main">
            <a:off x="628650" y="39528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43D9C3"/>
                </a:solidFill>
                <a:latin typeface="Arial"/>
                <a:ea typeface="Arial"/>
                <a:cs typeface="Arial"/>
              </a:defRPr>
            </a:defPPr>
            <a:lvl1pPr algn="l">
              <a:defRPr sz="1275" b="1">
                <a:solidFill>
                  <a:srgbClr val="43D9C3"/>
                </a:solidFill>
                <a:latin typeface="Arial"/>
                <a:ea typeface="Arial"/>
                <a:cs typeface="Arial"/>
              </a:defRPr>
            </a:lvl1pPr>
            <a:lvl2pPr algn="l">
              <a:defRPr sz="1275" b="1">
                <a:solidFill>
                  <a:srgbClr val="43D9C3"/>
                </a:solidFill>
                <a:latin typeface="Arial"/>
                <a:ea typeface="Arial"/>
                <a:cs typeface="Arial"/>
              </a:defRPr>
            </a:lvl2pPr>
            <a:lvl3pPr algn="l">
              <a:defRPr sz="1275" b="1">
                <a:solidFill>
                  <a:srgbClr val="43D9C3"/>
                </a:solidFill>
                <a:latin typeface="Arial"/>
                <a:ea typeface="Arial"/>
                <a:cs typeface="Arial"/>
              </a:defRPr>
            </a:lvl3pPr>
            <a:lvl4pPr algn="l">
              <a:defRPr sz="1275" b="1">
                <a:solidFill>
                  <a:srgbClr val="43D9C3"/>
                </a:solidFill>
                <a:latin typeface="Arial"/>
                <a:ea typeface="Arial"/>
                <a:cs typeface="Arial"/>
              </a:defRPr>
            </a:lvl4pPr>
            <a:lvl5pPr algn="l">
              <a:defRPr sz="1275" b="1">
                <a:solidFill>
                  <a:srgbClr val="43D9C3"/>
                </a:solidFill>
                <a:latin typeface="Arial"/>
                <a:ea typeface="Arial"/>
                <a:cs typeface="Arial"/>
              </a:defRPr>
            </a:lvl5pPr>
            <a:lvl6pPr algn="l">
              <a:defRPr sz="1275" b="1">
                <a:solidFill>
                  <a:srgbClr val="43D9C3"/>
                </a:solidFill>
                <a:latin typeface="Arial"/>
                <a:ea typeface="Arial"/>
                <a:cs typeface="Arial"/>
              </a:defRPr>
            </a:lvl6pPr>
            <a:lvl7pPr algn="l">
              <a:defRPr sz="1275" b="1">
                <a:solidFill>
                  <a:srgbClr val="43D9C3"/>
                </a:solidFill>
                <a:latin typeface="Arial"/>
                <a:ea typeface="Arial"/>
                <a:cs typeface="Arial"/>
              </a:defRPr>
            </a:lvl7pPr>
            <a:lvl8pPr algn="l">
              <a:defRPr sz="1275" b="1">
                <a:solidFill>
                  <a:srgbClr val="43D9C3"/>
                </a:solidFill>
                <a:latin typeface="Arial"/>
                <a:ea typeface="Arial"/>
                <a:cs typeface="Arial"/>
              </a:defRPr>
            </a:lvl8pPr>
            <a:lvl9pPr algn="l">
              <a:defRPr sz="1275" b="1">
                <a:solidFill>
                  <a:srgbClr val="43D9C3"/>
                </a:solidFill>
                <a:latin typeface="Arial"/>
                <a:ea typeface="Arial"/>
                <a:cs typeface="Arial"/>
              </a:defRPr>
            </a:lvl9pPr>
          </a:lstStyle>
          <a:p xmlns:a="http://schemas.openxmlformats.org/drawingml/2006/main">
            <a:pPr algn="l">
              <a:defRPr sz="1275" b="1">
                <a:solidFill>
                  <a:srgbClr val="43D9C3"/>
                </a:solidFill>
                <a:latin typeface="Arial"/>
                <a:ea typeface="Arial"/>
                <a:cs typeface="Arial"/>
              </a:defRPr>
            </a:pPr>
            <a:r>
              <a:rPr sz="1275" b="1">
                <a:solidFill>
                  <a:srgbClr val="43D9C3"/>
                </a:solidFill>
                <a:latin typeface="Arial"/>
                <a:ea typeface="Arial"/>
                <a:cs typeface="Arial"/>
              </a:rPr>
              <a:t>NEXT STEPS</a:t>
            </a:r>
          </a:p>
        </p:txBody>
      </p:sp>
      <p:sp>
        <p:nvSpPr>
          <p:cNvPr id="13" name="">
            <a:extLst xmlns:a="http://schemas.openxmlformats.org/drawingml/2006/main">
              <a:ext uri="{FF2B5EF4-FFF2-40B4-BE49-F238E27FC236}">
                <a16:creationId xmlns:a16="http://schemas.microsoft.com/office/drawing/2014/main" id="{DD42FF58-F343-4CC0-B1EF-AC4483129C86}"/>
              </a:ext>
            </a:extLst>
          </p:cNvPr>
          <p:cNvSpPr>
            <a:spLocks xmlns:a="http://schemas.openxmlformats.org/drawingml/2006/main" noGrp="1"/>
          </p:cNvSpPr>
          <p:nvPr/>
        </p:nvSpPr>
        <p:spPr>
          <a:xfrm xmlns:a="http://schemas.openxmlformats.org/drawingml/2006/main">
            <a:off x="723900" y="4381500"/>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FB454"/>
                </a:solidFill>
                <a:latin typeface="Arial"/>
                <a:ea typeface="Arial"/>
                <a:cs typeface="Arial"/>
              </a:defRPr>
            </a:defPPr>
            <a:lvl1pPr algn="l">
              <a:defRPr sz="1500" b="1">
                <a:solidFill>
                  <a:srgbClr val="FFB454"/>
                </a:solidFill>
                <a:latin typeface="Arial"/>
                <a:ea typeface="Arial"/>
                <a:cs typeface="Arial"/>
              </a:defRPr>
            </a:lvl1pPr>
            <a:lvl2pPr algn="l">
              <a:defRPr sz="1500" b="1">
                <a:solidFill>
                  <a:srgbClr val="FFB454"/>
                </a:solidFill>
                <a:latin typeface="Arial"/>
                <a:ea typeface="Arial"/>
                <a:cs typeface="Arial"/>
              </a:defRPr>
            </a:lvl2pPr>
            <a:lvl3pPr algn="l">
              <a:defRPr sz="1500" b="1">
                <a:solidFill>
                  <a:srgbClr val="FFB454"/>
                </a:solidFill>
                <a:latin typeface="Arial"/>
                <a:ea typeface="Arial"/>
                <a:cs typeface="Arial"/>
              </a:defRPr>
            </a:lvl3pPr>
            <a:lvl4pPr algn="l">
              <a:defRPr sz="1500" b="1">
                <a:solidFill>
                  <a:srgbClr val="FFB454"/>
                </a:solidFill>
                <a:latin typeface="Arial"/>
                <a:ea typeface="Arial"/>
                <a:cs typeface="Arial"/>
              </a:defRPr>
            </a:lvl4pPr>
            <a:lvl5pPr algn="l">
              <a:defRPr sz="1500" b="1">
                <a:solidFill>
                  <a:srgbClr val="FFB454"/>
                </a:solidFill>
                <a:latin typeface="Arial"/>
                <a:ea typeface="Arial"/>
                <a:cs typeface="Arial"/>
              </a:defRPr>
            </a:lvl5pPr>
            <a:lvl6pPr algn="l">
              <a:defRPr sz="1500" b="1">
                <a:solidFill>
                  <a:srgbClr val="FFB454"/>
                </a:solidFill>
                <a:latin typeface="Arial"/>
                <a:ea typeface="Arial"/>
                <a:cs typeface="Arial"/>
              </a:defRPr>
            </a:lvl6pPr>
            <a:lvl7pPr algn="l">
              <a:defRPr sz="1500" b="1">
                <a:solidFill>
                  <a:srgbClr val="FFB454"/>
                </a:solidFill>
                <a:latin typeface="Arial"/>
                <a:ea typeface="Arial"/>
                <a:cs typeface="Arial"/>
              </a:defRPr>
            </a:lvl7pPr>
            <a:lvl8pPr algn="l">
              <a:defRPr sz="1500" b="1">
                <a:solidFill>
                  <a:srgbClr val="FFB454"/>
                </a:solidFill>
                <a:latin typeface="Arial"/>
                <a:ea typeface="Arial"/>
                <a:cs typeface="Arial"/>
              </a:defRPr>
            </a:lvl8pPr>
            <a:lvl9pPr algn="l">
              <a:defRPr sz="1500" b="1">
                <a:solidFill>
                  <a:srgbClr val="FFB454"/>
                </a:solidFill>
                <a:latin typeface="Arial"/>
                <a:ea typeface="Arial"/>
                <a:cs typeface="Arial"/>
              </a:defRPr>
            </a:lvl9pPr>
          </a:lstStyle>
          <a:p xmlns:a="http://schemas.openxmlformats.org/drawingml/2006/main">
            <a:pPr algn="l">
              <a:defRPr sz="1500" b="1">
                <a:solidFill>
                  <a:srgbClr val="FFB454"/>
                </a:solidFill>
                <a:latin typeface="Arial"/>
                <a:ea typeface="Arial"/>
                <a:cs typeface="Arial"/>
              </a:defRPr>
            </a:pPr>
            <a:r>
              <a:rPr sz="1500" b="1">
                <a:solidFill>
                  <a:srgbClr val="FFB454"/>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CB8D89A8-0ADD-4226-8898-3E3858A132D7}"/>
              </a:ext>
            </a:extLst>
          </p:cNvPr>
          <p:cNvSpPr>
            <a:spLocks xmlns:a="http://schemas.openxmlformats.org/drawingml/2006/main" noGrp="1"/>
          </p:cNvSpPr>
          <p:nvPr/>
        </p:nvSpPr>
        <p:spPr>
          <a:xfrm xmlns:a="http://schemas.openxmlformats.org/drawingml/2006/main">
            <a:off x="971550" y="438150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Collect a larger, balanced, consented dataset with clear provenance.</a:t>
            </a:r>
          </a:p>
        </p:txBody>
      </p:sp>
      <p:sp>
        <p:nvSpPr>
          <p:cNvPr id="15" name="">
            <a:extLst xmlns:a="http://schemas.openxmlformats.org/drawingml/2006/main">
              <a:ext uri="{FF2B5EF4-FFF2-40B4-BE49-F238E27FC236}">
                <a16:creationId xmlns:a16="http://schemas.microsoft.com/office/drawing/2014/main" id="{83125410-1E94-4D43-A8DF-D93409F2E468}"/>
              </a:ext>
            </a:extLst>
          </p:cNvPr>
          <p:cNvSpPr>
            <a:spLocks xmlns:a="http://schemas.openxmlformats.org/drawingml/2006/main" noGrp="1"/>
          </p:cNvSpPr>
          <p:nvPr/>
        </p:nvSpPr>
        <p:spPr>
          <a:xfrm xmlns:a="http://schemas.openxmlformats.org/drawingml/2006/main">
            <a:off x="723900" y="47720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FB454"/>
                </a:solidFill>
                <a:latin typeface="Arial"/>
                <a:ea typeface="Arial"/>
                <a:cs typeface="Arial"/>
              </a:defRPr>
            </a:defPPr>
            <a:lvl1pPr algn="l">
              <a:defRPr sz="1500" b="1">
                <a:solidFill>
                  <a:srgbClr val="FFB454"/>
                </a:solidFill>
                <a:latin typeface="Arial"/>
                <a:ea typeface="Arial"/>
                <a:cs typeface="Arial"/>
              </a:defRPr>
            </a:lvl1pPr>
            <a:lvl2pPr algn="l">
              <a:defRPr sz="1500" b="1">
                <a:solidFill>
                  <a:srgbClr val="FFB454"/>
                </a:solidFill>
                <a:latin typeface="Arial"/>
                <a:ea typeface="Arial"/>
                <a:cs typeface="Arial"/>
              </a:defRPr>
            </a:lvl2pPr>
            <a:lvl3pPr algn="l">
              <a:defRPr sz="1500" b="1">
                <a:solidFill>
                  <a:srgbClr val="FFB454"/>
                </a:solidFill>
                <a:latin typeface="Arial"/>
                <a:ea typeface="Arial"/>
                <a:cs typeface="Arial"/>
              </a:defRPr>
            </a:lvl3pPr>
            <a:lvl4pPr algn="l">
              <a:defRPr sz="1500" b="1">
                <a:solidFill>
                  <a:srgbClr val="FFB454"/>
                </a:solidFill>
                <a:latin typeface="Arial"/>
                <a:ea typeface="Arial"/>
                <a:cs typeface="Arial"/>
              </a:defRPr>
            </a:lvl4pPr>
            <a:lvl5pPr algn="l">
              <a:defRPr sz="1500" b="1">
                <a:solidFill>
                  <a:srgbClr val="FFB454"/>
                </a:solidFill>
                <a:latin typeface="Arial"/>
                <a:ea typeface="Arial"/>
                <a:cs typeface="Arial"/>
              </a:defRPr>
            </a:lvl5pPr>
            <a:lvl6pPr algn="l">
              <a:defRPr sz="1500" b="1">
                <a:solidFill>
                  <a:srgbClr val="FFB454"/>
                </a:solidFill>
                <a:latin typeface="Arial"/>
                <a:ea typeface="Arial"/>
                <a:cs typeface="Arial"/>
              </a:defRPr>
            </a:lvl6pPr>
            <a:lvl7pPr algn="l">
              <a:defRPr sz="1500" b="1">
                <a:solidFill>
                  <a:srgbClr val="FFB454"/>
                </a:solidFill>
                <a:latin typeface="Arial"/>
                <a:ea typeface="Arial"/>
                <a:cs typeface="Arial"/>
              </a:defRPr>
            </a:lvl7pPr>
            <a:lvl8pPr algn="l">
              <a:defRPr sz="1500" b="1">
                <a:solidFill>
                  <a:srgbClr val="FFB454"/>
                </a:solidFill>
                <a:latin typeface="Arial"/>
                <a:ea typeface="Arial"/>
                <a:cs typeface="Arial"/>
              </a:defRPr>
            </a:lvl8pPr>
            <a:lvl9pPr algn="l">
              <a:defRPr sz="1500" b="1">
                <a:solidFill>
                  <a:srgbClr val="FFB454"/>
                </a:solidFill>
                <a:latin typeface="Arial"/>
                <a:ea typeface="Arial"/>
                <a:cs typeface="Arial"/>
              </a:defRPr>
            </a:lvl9pPr>
          </a:lstStyle>
          <a:p xmlns:a="http://schemas.openxmlformats.org/drawingml/2006/main">
            <a:pPr algn="l">
              <a:defRPr sz="1500" b="1">
                <a:solidFill>
                  <a:srgbClr val="FFB454"/>
                </a:solidFill>
                <a:latin typeface="Arial"/>
                <a:ea typeface="Arial"/>
                <a:cs typeface="Arial"/>
              </a:defRPr>
            </a:pPr>
            <a:r>
              <a:rPr sz="1500" b="1">
                <a:solidFill>
                  <a:srgbClr val="FFB454"/>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C815F191-23B8-46B1-B0F4-6D87249C26F5}"/>
              </a:ext>
            </a:extLst>
          </p:cNvPr>
          <p:cNvSpPr>
            <a:spLocks xmlns:a="http://schemas.openxmlformats.org/drawingml/2006/main" noGrp="1"/>
          </p:cNvSpPr>
          <p:nvPr/>
        </p:nvSpPr>
        <p:spPr>
          <a:xfrm xmlns:a="http://schemas.openxmlformats.org/drawingml/2006/main">
            <a:off x="971550" y="477202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Create independent identity- and source-disjoint test sets across current generators.</a:t>
            </a:r>
          </a:p>
        </p:txBody>
      </p:sp>
      <p:sp>
        <p:nvSpPr>
          <p:cNvPr id="17" name="">
            <a:extLst xmlns:a="http://schemas.openxmlformats.org/drawingml/2006/main">
              <a:ext uri="{FF2B5EF4-FFF2-40B4-BE49-F238E27FC236}">
                <a16:creationId xmlns:a16="http://schemas.microsoft.com/office/drawing/2014/main" id="{55124A18-A019-409A-8455-CC7D44E9FACE}"/>
              </a:ext>
            </a:extLst>
          </p:cNvPr>
          <p:cNvSpPr>
            <a:spLocks xmlns:a="http://schemas.openxmlformats.org/drawingml/2006/main" noGrp="1"/>
          </p:cNvSpPr>
          <p:nvPr/>
        </p:nvSpPr>
        <p:spPr>
          <a:xfrm xmlns:a="http://schemas.openxmlformats.org/drawingml/2006/main">
            <a:off x="723900" y="5162550"/>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FB454"/>
                </a:solidFill>
                <a:latin typeface="Arial"/>
                <a:ea typeface="Arial"/>
                <a:cs typeface="Arial"/>
              </a:defRPr>
            </a:defPPr>
            <a:lvl1pPr algn="l">
              <a:defRPr sz="1500" b="1">
                <a:solidFill>
                  <a:srgbClr val="FFB454"/>
                </a:solidFill>
                <a:latin typeface="Arial"/>
                <a:ea typeface="Arial"/>
                <a:cs typeface="Arial"/>
              </a:defRPr>
            </a:lvl1pPr>
            <a:lvl2pPr algn="l">
              <a:defRPr sz="1500" b="1">
                <a:solidFill>
                  <a:srgbClr val="FFB454"/>
                </a:solidFill>
                <a:latin typeface="Arial"/>
                <a:ea typeface="Arial"/>
                <a:cs typeface="Arial"/>
              </a:defRPr>
            </a:lvl2pPr>
            <a:lvl3pPr algn="l">
              <a:defRPr sz="1500" b="1">
                <a:solidFill>
                  <a:srgbClr val="FFB454"/>
                </a:solidFill>
                <a:latin typeface="Arial"/>
                <a:ea typeface="Arial"/>
                <a:cs typeface="Arial"/>
              </a:defRPr>
            </a:lvl3pPr>
            <a:lvl4pPr algn="l">
              <a:defRPr sz="1500" b="1">
                <a:solidFill>
                  <a:srgbClr val="FFB454"/>
                </a:solidFill>
                <a:latin typeface="Arial"/>
                <a:ea typeface="Arial"/>
                <a:cs typeface="Arial"/>
              </a:defRPr>
            </a:lvl4pPr>
            <a:lvl5pPr algn="l">
              <a:defRPr sz="1500" b="1">
                <a:solidFill>
                  <a:srgbClr val="FFB454"/>
                </a:solidFill>
                <a:latin typeface="Arial"/>
                <a:ea typeface="Arial"/>
                <a:cs typeface="Arial"/>
              </a:defRPr>
            </a:lvl5pPr>
            <a:lvl6pPr algn="l">
              <a:defRPr sz="1500" b="1">
                <a:solidFill>
                  <a:srgbClr val="FFB454"/>
                </a:solidFill>
                <a:latin typeface="Arial"/>
                <a:ea typeface="Arial"/>
                <a:cs typeface="Arial"/>
              </a:defRPr>
            </a:lvl6pPr>
            <a:lvl7pPr algn="l">
              <a:defRPr sz="1500" b="1">
                <a:solidFill>
                  <a:srgbClr val="FFB454"/>
                </a:solidFill>
                <a:latin typeface="Arial"/>
                <a:ea typeface="Arial"/>
                <a:cs typeface="Arial"/>
              </a:defRPr>
            </a:lvl7pPr>
            <a:lvl8pPr algn="l">
              <a:defRPr sz="1500" b="1">
                <a:solidFill>
                  <a:srgbClr val="FFB454"/>
                </a:solidFill>
                <a:latin typeface="Arial"/>
                <a:ea typeface="Arial"/>
                <a:cs typeface="Arial"/>
              </a:defRPr>
            </a:lvl8pPr>
            <a:lvl9pPr algn="l">
              <a:defRPr sz="1500" b="1">
                <a:solidFill>
                  <a:srgbClr val="FFB454"/>
                </a:solidFill>
                <a:latin typeface="Arial"/>
                <a:ea typeface="Arial"/>
                <a:cs typeface="Arial"/>
              </a:defRPr>
            </a:lvl9pPr>
          </a:lstStyle>
          <a:p xmlns:a="http://schemas.openxmlformats.org/drawingml/2006/main">
            <a:pPr algn="l">
              <a:defRPr sz="1500" b="1">
                <a:solidFill>
                  <a:srgbClr val="FFB454"/>
                </a:solidFill>
                <a:latin typeface="Arial"/>
                <a:ea typeface="Arial"/>
                <a:cs typeface="Arial"/>
              </a:defRPr>
            </a:pPr>
            <a:r>
              <a:rPr sz="1500" b="1">
                <a:solidFill>
                  <a:srgbClr val="FFB454"/>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02DBF18F-E680-4F2E-8F85-F000E7B38063}"/>
              </a:ext>
            </a:extLst>
          </p:cNvPr>
          <p:cNvSpPr>
            <a:spLocks xmlns:a="http://schemas.openxmlformats.org/drawingml/2006/main" noGrp="1"/>
          </p:cNvSpPr>
          <p:nvPr/>
        </p:nvSpPr>
        <p:spPr>
          <a:xfrm xmlns:a="http://schemas.openxmlformats.org/drawingml/2006/main">
            <a:off x="971550" y="5162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Report confusion matrix, accuracy, precision, recall, F1, ROC-AUC and calibration.</a:t>
            </a:r>
          </a:p>
        </p:txBody>
      </p:sp>
      <p:sp>
        <p:nvSpPr>
          <p:cNvPr id="19" name="">
            <a:extLst xmlns:a="http://schemas.openxmlformats.org/drawingml/2006/main">
              <a:ext uri="{FF2B5EF4-FFF2-40B4-BE49-F238E27FC236}">
                <a16:creationId xmlns:a16="http://schemas.microsoft.com/office/drawing/2014/main" id="{73C5B52B-0184-47EC-872D-5B1F1F8FA54C}"/>
              </a:ext>
            </a:extLst>
          </p:cNvPr>
          <p:cNvSpPr>
            <a:spLocks xmlns:a="http://schemas.openxmlformats.org/drawingml/2006/main" noGrp="1"/>
          </p:cNvSpPr>
          <p:nvPr/>
        </p:nvSpPr>
        <p:spPr>
          <a:xfrm xmlns:a="http://schemas.openxmlformats.org/drawingml/2006/main">
            <a:off x="723900" y="555307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FB454"/>
                </a:solidFill>
                <a:latin typeface="Arial"/>
                <a:ea typeface="Arial"/>
                <a:cs typeface="Arial"/>
              </a:defRPr>
            </a:defPPr>
            <a:lvl1pPr algn="l">
              <a:defRPr sz="1500" b="1">
                <a:solidFill>
                  <a:srgbClr val="FFB454"/>
                </a:solidFill>
                <a:latin typeface="Arial"/>
                <a:ea typeface="Arial"/>
                <a:cs typeface="Arial"/>
              </a:defRPr>
            </a:lvl1pPr>
            <a:lvl2pPr algn="l">
              <a:defRPr sz="1500" b="1">
                <a:solidFill>
                  <a:srgbClr val="FFB454"/>
                </a:solidFill>
                <a:latin typeface="Arial"/>
                <a:ea typeface="Arial"/>
                <a:cs typeface="Arial"/>
              </a:defRPr>
            </a:lvl2pPr>
            <a:lvl3pPr algn="l">
              <a:defRPr sz="1500" b="1">
                <a:solidFill>
                  <a:srgbClr val="FFB454"/>
                </a:solidFill>
                <a:latin typeface="Arial"/>
                <a:ea typeface="Arial"/>
                <a:cs typeface="Arial"/>
              </a:defRPr>
            </a:lvl3pPr>
            <a:lvl4pPr algn="l">
              <a:defRPr sz="1500" b="1">
                <a:solidFill>
                  <a:srgbClr val="FFB454"/>
                </a:solidFill>
                <a:latin typeface="Arial"/>
                <a:ea typeface="Arial"/>
                <a:cs typeface="Arial"/>
              </a:defRPr>
            </a:lvl4pPr>
            <a:lvl5pPr algn="l">
              <a:defRPr sz="1500" b="1">
                <a:solidFill>
                  <a:srgbClr val="FFB454"/>
                </a:solidFill>
                <a:latin typeface="Arial"/>
                <a:ea typeface="Arial"/>
                <a:cs typeface="Arial"/>
              </a:defRPr>
            </a:lvl5pPr>
            <a:lvl6pPr algn="l">
              <a:defRPr sz="1500" b="1">
                <a:solidFill>
                  <a:srgbClr val="FFB454"/>
                </a:solidFill>
                <a:latin typeface="Arial"/>
                <a:ea typeface="Arial"/>
                <a:cs typeface="Arial"/>
              </a:defRPr>
            </a:lvl6pPr>
            <a:lvl7pPr algn="l">
              <a:defRPr sz="1500" b="1">
                <a:solidFill>
                  <a:srgbClr val="FFB454"/>
                </a:solidFill>
                <a:latin typeface="Arial"/>
                <a:ea typeface="Arial"/>
                <a:cs typeface="Arial"/>
              </a:defRPr>
            </a:lvl7pPr>
            <a:lvl8pPr algn="l">
              <a:defRPr sz="1500" b="1">
                <a:solidFill>
                  <a:srgbClr val="FFB454"/>
                </a:solidFill>
                <a:latin typeface="Arial"/>
                <a:ea typeface="Arial"/>
                <a:cs typeface="Arial"/>
              </a:defRPr>
            </a:lvl8pPr>
            <a:lvl9pPr algn="l">
              <a:defRPr sz="1500" b="1">
                <a:solidFill>
                  <a:srgbClr val="FFB454"/>
                </a:solidFill>
                <a:latin typeface="Arial"/>
                <a:ea typeface="Arial"/>
                <a:cs typeface="Arial"/>
              </a:defRPr>
            </a:lvl9pPr>
          </a:lstStyle>
          <a:p xmlns:a="http://schemas.openxmlformats.org/drawingml/2006/main">
            <a:pPr algn="l">
              <a:defRPr sz="1500" b="1">
                <a:solidFill>
                  <a:srgbClr val="FFB454"/>
                </a:solidFill>
                <a:latin typeface="Arial"/>
                <a:ea typeface="Arial"/>
                <a:cs typeface="Arial"/>
              </a:defRPr>
            </a:pPr>
            <a:r>
              <a:rPr sz="1500" b="1">
                <a:solidFill>
                  <a:srgbClr val="FFB454"/>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3726D982-230B-46B6-92B7-33D3D3A5F853}"/>
              </a:ext>
            </a:extLst>
          </p:cNvPr>
          <p:cNvSpPr>
            <a:spLocks xmlns:a="http://schemas.openxmlformats.org/drawingml/2006/main" noGrp="1"/>
          </p:cNvSpPr>
          <p:nvPr/>
        </p:nvSpPr>
        <p:spPr>
          <a:xfrm xmlns:a="http://schemas.openxmlformats.org/drawingml/2006/main">
            <a:off x="971550" y="55530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Compare CNN backbones; add face detection/cropping and assess robustness.</a:t>
            </a:r>
          </a:p>
        </p:txBody>
      </p:sp>
      <p:sp>
        <p:nvSpPr>
          <p:cNvPr id="21" name="">
            <a:extLst xmlns:a="http://schemas.openxmlformats.org/drawingml/2006/main">
              <a:ext uri="{FF2B5EF4-FFF2-40B4-BE49-F238E27FC236}">
                <a16:creationId xmlns:a16="http://schemas.microsoft.com/office/drawing/2014/main" id="{1A8D18E6-7513-455A-8C6E-B66D63417EAA}"/>
              </a:ext>
            </a:extLst>
          </p:cNvPr>
          <p:cNvSpPr>
            <a:spLocks xmlns:a="http://schemas.openxmlformats.org/drawingml/2006/main" noGrp="1"/>
          </p:cNvSpPr>
          <p:nvPr/>
        </p:nvSpPr>
        <p:spPr>
          <a:xfrm xmlns:a="http://schemas.openxmlformats.org/drawingml/2006/main">
            <a:off x="723900" y="5943600"/>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FB454"/>
                </a:solidFill>
                <a:latin typeface="Arial"/>
                <a:ea typeface="Arial"/>
                <a:cs typeface="Arial"/>
              </a:defRPr>
            </a:defPPr>
            <a:lvl1pPr algn="l">
              <a:defRPr sz="1500" b="1">
                <a:solidFill>
                  <a:srgbClr val="FFB454"/>
                </a:solidFill>
                <a:latin typeface="Arial"/>
                <a:ea typeface="Arial"/>
                <a:cs typeface="Arial"/>
              </a:defRPr>
            </a:lvl1pPr>
            <a:lvl2pPr algn="l">
              <a:defRPr sz="1500" b="1">
                <a:solidFill>
                  <a:srgbClr val="FFB454"/>
                </a:solidFill>
                <a:latin typeface="Arial"/>
                <a:ea typeface="Arial"/>
                <a:cs typeface="Arial"/>
              </a:defRPr>
            </a:lvl2pPr>
            <a:lvl3pPr algn="l">
              <a:defRPr sz="1500" b="1">
                <a:solidFill>
                  <a:srgbClr val="FFB454"/>
                </a:solidFill>
                <a:latin typeface="Arial"/>
                <a:ea typeface="Arial"/>
                <a:cs typeface="Arial"/>
              </a:defRPr>
            </a:lvl3pPr>
            <a:lvl4pPr algn="l">
              <a:defRPr sz="1500" b="1">
                <a:solidFill>
                  <a:srgbClr val="FFB454"/>
                </a:solidFill>
                <a:latin typeface="Arial"/>
                <a:ea typeface="Arial"/>
                <a:cs typeface="Arial"/>
              </a:defRPr>
            </a:lvl4pPr>
            <a:lvl5pPr algn="l">
              <a:defRPr sz="1500" b="1">
                <a:solidFill>
                  <a:srgbClr val="FFB454"/>
                </a:solidFill>
                <a:latin typeface="Arial"/>
                <a:ea typeface="Arial"/>
                <a:cs typeface="Arial"/>
              </a:defRPr>
            </a:lvl5pPr>
            <a:lvl6pPr algn="l">
              <a:defRPr sz="1500" b="1">
                <a:solidFill>
                  <a:srgbClr val="FFB454"/>
                </a:solidFill>
                <a:latin typeface="Arial"/>
                <a:ea typeface="Arial"/>
                <a:cs typeface="Arial"/>
              </a:defRPr>
            </a:lvl6pPr>
            <a:lvl7pPr algn="l">
              <a:defRPr sz="1500" b="1">
                <a:solidFill>
                  <a:srgbClr val="FFB454"/>
                </a:solidFill>
                <a:latin typeface="Arial"/>
                <a:ea typeface="Arial"/>
                <a:cs typeface="Arial"/>
              </a:defRPr>
            </a:lvl7pPr>
            <a:lvl8pPr algn="l">
              <a:defRPr sz="1500" b="1">
                <a:solidFill>
                  <a:srgbClr val="FFB454"/>
                </a:solidFill>
                <a:latin typeface="Arial"/>
                <a:ea typeface="Arial"/>
                <a:cs typeface="Arial"/>
              </a:defRPr>
            </a:lvl8pPr>
            <a:lvl9pPr algn="l">
              <a:defRPr sz="1500" b="1">
                <a:solidFill>
                  <a:srgbClr val="FFB454"/>
                </a:solidFill>
                <a:latin typeface="Arial"/>
                <a:ea typeface="Arial"/>
                <a:cs typeface="Arial"/>
              </a:defRPr>
            </a:lvl9pPr>
          </a:lstStyle>
          <a:p xmlns:a="http://schemas.openxmlformats.org/drawingml/2006/main">
            <a:pPr algn="l">
              <a:defRPr sz="1500" b="1">
                <a:solidFill>
                  <a:srgbClr val="FFB454"/>
                </a:solidFill>
                <a:latin typeface="Arial"/>
                <a:ea typeface="Arial"/>
                <a:cs typeface="Arial"/>
              </a:defRPr>
            </a:pPr>
            <a:r>
              <a:rPr sz="1500" b="1">
                <a:solidFill>
                  <a:srgbClr val="FFB454"/>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25F2D2C8-0443-4E2E-B9AF-4A19A5EEC976}"/>
              </a:ext>
            </a:extLst>
          </p:cNvPr>
          <p:cNvSpPr>
            <a:spLocks xmlns:a="http://schemas.openxmlformats.org/drawingml/2006/main" noGrp="1"/>
          </p:cNvSpPr>
          <p:nvPr/>
        </p:nvSpPr>
        <p:spPr>
          <a:xfrm xmlns:a="http://schemas.openxmlformats.org/drawingml/2006/main">
            <a:off x="971550" y="594360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F3F5F6"/>
                </a:solidFill>
                <a:latin typeface="Arial"/>
                <a:ea typeface="Arial"/>
                <a:cs typeface="Arial"/>
              </a:defRPr>
            </a:defPPr>
            <a:lvl1pPr algn="l">
              <a:defRPr sz="1200" b="0">
                <a:solidFill>
                  <a:srgbClr val="F3F5F6"/>
                </a:solidFill>
                <a:latin typeface="Arial"/>
                <a:ea typeface="Arial"/>
                <a:cs typeface="Arial"/>
              </a:defRPr>
            </a:lvl1pPr>
            <a:lvl2pPr algn="l">
              <a:defRPr sz="1200" b="0">
                <a:solidFill>
                  <a:srgbClr val="F3F5F6"/>
                </a:solidFill>
                <a:latin typeface="Arial"/>
                <a:ea typeface="Arial"/>
                <a:cs typeface="Arial"/>
              </a:defRPr>
            </a:lvl2pPr>
            <a:lvl3pPr algn="l">
              <a:defRPr sz="1200" b="0">
                <a:solidFill>
                  <a:srgbClr val="F3F5F6"/>
                </a:solidFill>
                <a:latin typeface="Arial"/>
                <a:ea typeface="Arial"/>
                <a:cs typeface="Arial"/>
              </a:defRPr>
            </a:lvl3pPr>
            <a:lvl4pPr algn="l">
              <a:defRPr sz="1200" b="0">
                <a:solidFill>
                  <a:srgbClr val="F3F5F6"/>
                </a:solidFill>
                <a:latin typeface="Arial"/>
                <a:ea typeface="Arial"/>
                <a:cs typeface="Arial"/>
              </a:defRPr>
            </a:lvl4pPr>
            <a:lvl5pPr algn="l">
              <a:defRPr sz="1200" b="0">
                <a:solidFill>
                  <a:srgbClr val="F3F5F6"/>
                </a:solidFill>
                <a:latin typeface="Arial"/>
                <a:ea typeface="Arial"/>
                <a:cs typeface="Arial"/>
              </a:defRPr>
            </a:lvl5pPr>
            <a:lvl6pPr algn="l">
              <a:defRPr sz="1200" b="0">
                <a:solidFill>
                  <a:srgbClr val="F3F5F6"/>
                </a:solidFill>
                <a:latin typeface="Arial"/>
                <a:ea typeface="Arial"/>
                <a:cs typeface="Arial"/>
              </a:defRPr>
            </a:lvl6pPr>
            <a:lvl7pPr algn="l">
              <a:defRPr sz="1200" b="0">
                <a:solidFill>
                  <a:srgbClr val="F3F5F6"/>
                </a:solidFill>
                <a:latin typeface="Arial"/>
                <a:ea typeface="Arial"/>
                <a:cs typeface="Arial"/>
              </a:defRPr>
            </a:lvl7pPr>
            <a:lvl8pPr algn="l">
              <a:defRPr sz="1200" b="0">
                <a:solidFill>
                  <a:srgbClr val="F3F5F6"/>
                </a:solidFill>
                <a:latin typeface="Arial"/>
                <a:ea typeface="Arial"/>
                <a:cs typeface="Arial"/>
              </a:defRPr>
            </a:lvl8pPr>
            <a:lvl9pPr algn="l">
              <a:defRPr sz="1200" b="0">
                <a:solidFill>
                  <a:srgbClr val="F3F5F6"/>
                </a:solidFill>
                <a:latin typeface="Arial"/>
                <a:ea typeface="Arial"/>
                <a:cs typeface="Arial"/>
              </a:defRPr>
            </a:lvl9pPr>
          </a:lstStyle>
          <a:p xmlns:a="http://schemas.openxmlformats.org/drawingml/2006/main">
            <a:pPr algn="l">
              <a:defRPr sz="1200" b="0">
                <a:solidFill>
                  <a:srgbClr val="F3F5F6"/>
                </a:solidFill>
                <a:latin typeface="Arial"/>
                <a:ea typeface="Arial"/>
                <a:cs typeface="Arial"/>
              </a:defRPr>
            </a:pPr>
            <a:r>
              <a:rPr sz="1200" b="0">
                <a:solidFill>
                  <a:srgbClr val="F3F5F6"/>
                </a:solidFill>
                <a:latin typeface="Arial"/>
                <a:ea typeface="Arial"/>
                <a:cs typeface="Arial"/>
              </a:rPr>
              <a:t>Extend to detection or segmentation only as a separately evaluated module.</a:t>
            </a:r>
          </a:p>
        </p:txBody>
      </p:sp>
    </p:spTree>
    <p:extLst>
      <p:ext uri="{BB962C8B-B14F-4D97-AF65-F5344CB8AC3E}">
        <p14:creationId xmlns:p14="http://schemas.microsoft.com/office/powerpoint/2010/main" val="443742302"/>
      </p:ext>
    </p:extLst>
  </p:cSld>
</p:sld>
</file>

<file path=ppt/slides/slide1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8AAB699-7D98-408E-BAEA-D7ABC7920323}"/>
              </a:ext>
            </a:extLst>
          </p:cNvPr>
          <p:cNvSpPr>
            <a:spLocks xmlns:a="http://schemas.openxmlformats.org/drawingml/2006/main" noGrp="1"/>
          </p:cNvSpPr>
          <p:nvPr/>
        </p:nvSpPr>
        <p:spPr>
          <a:xfrm xmlns:a="http://schemas.openxmlformats.org/drawingml/2006/main">
            <a:off x="514350" y="2286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43D9C3"/>
                </a:solidFill>
                <a:latin typeface="Arial"/>
                <a:ea typeface="Arial"/>
                <a:cs typeface="Arial"/>
              </a:defRPr>
            </a:defPPr>
            <a:lvl1pPr algn="l">
              <a:defRPr sz="975" b="1">
                <a:solidFill>
                  <a:srgbClr val="43D9C3"/>
                </a:solidFill>
                <a:latin typeface="Arial"/>
                <a:ea typeface="Arial"/>
                <a:cs typeface="Arial"/>
              </a:defRPr>
            </a:lvl1pPr>
            <a:lvl2pPr algn="l">
              <a:defRPr sz="975" b="1">
                <a:solidFill>
                  <a:srgbClr val="43D9C3"/>
                </a:solidFill>
                <a:latin typeface="Arial"/>
                <a:ea typeface="Arial"/>
                <a:cs typeface="Arial"/>
              </a:defRPr>
            </a:lvl2pPr>
            <a:lvl3pPr algn="l">
              <a:defRPr sz="975" b="1">
                <a:solidFill>
                  <a:srgbClr val="43D9C3"/>
                </a:solidFill>
                <a:latin typeface="Arial"/>
                <a:ea typeface="Arial"/>
                <a:cs typeface="Arial"/>
              </a:defRPr>
            </a:lvl3pPr>
            <a:lvl4pPr algn="l">
              <a:defRPr sz="975" b="1">
                <a:solidFill>
                  <a:srgbClr val="43D9C3"/>
                </a:solidFill>
                <a:latin typeface="Arial"/>
                <a:ea typeface="Arial"/>
                <a:cs typeface="Arial"/>
              </a:defRPr>
            </a:lvl4pPr>
            <a:lvl5pPr algn="l">
              <a:defRPr sz="975" b="1">
                <a:solidFill>
                  <a:srgbClr val="43D9C3"/>
                </a:solidFill>
                <a:latin typeface="Arial"/>
                <a:ea typeface="Arial"/>
                <a:cs typeface="Arial"/>
              </a:defRPr>
            </a:lvl5pPr>
            <a:lvl6pPr algn="l">
              <a:defRPr sz="975" b="1">
                <a:solidFill>
                  <a:srgbClr val="43D9C3"/>
                </a:solidFill>
                <a:latin typeface="Arial"/>
                <a:ea typeface="Arial"/>
                <a:cs typeface="Arial"/>
              </a:defRPr>
            </a:lvl6pPr>
            <a:lvl7pPr algn="l">
              <a:defRPr sz="975" b="1">
                <a:solidFill>
                  <a:srgbClr val="43D9C3"/>
                </a:solidFill>
                <a:latin typeface="Arial"/>
                <a:ea typeface="Arial"/>
                <a:cs typeface="Arial"/>
              </a:defRPr>
            </a:lvl7pPr>
            <a:lvl8pPr algn="l">
              <a:defRPr sz="975" b="1">
                <a:solidFill>
                  <a:srgbClr val="43D9C3"/>
                </a:solidFill>
                <a:latin typeface="Arial"/>
                <a:ea typeface="Arial"/>
                <a:cs typeface="Arial"/>
              </a:defRPr>
            </a:lvl8pPr>
            <a:lvl9pPr algn="l">
              <a:defRPr sz="975" b="1">
                <a:solidFill>
                  <a:srgbClr val="43D9C3"/>
                </a:solidFill>
                <a:latin typeface="Arial"/>
                <a:ea typeface="Arial"/>
                <a:cs typeface="Arial"/>
              </a:defRPr>
            </a:lvl9pPr>
          </a:lstStyle>
          <a:p xmlns:a="http://schemas.openxmlformats.org/drawingml/2006/main">
            <a:pPr algn="l">
              <a:defRPr sz="975" b="1">
                <a:solidFill>
                  <a:srgbClr val="43D9C3"/>
                </a:solidFill>
                <a:latin typeface="Arial"/>
                <a:ea typeface="Arial"/>
                <a:cs typeface="Arial"/>
              </a:defRPr>
            </a:pPr>
            <a:r>
              <a:rPr sz="975" b="1">
                <a:solidFill>
                  <a:srgbClr val="43D9C3"/>
                </a:solidFill>
                <a:latin typeface="Arial"/>
                <a:ea typeface="Arial"/>
                <a:cs typeface="Arial"/>
              </a:rPr>
              <a:t>10  /  REFERENCES</a:t>
            </a:r>
          </a:p>
        </p:txBody>
      </p:sp>
      <p:sp>
        <p:nvSpPr>
          <p:cNvPr id="2" name="">
            <a:extLst xmlns:a="http://schemas.openxmlformats.org/drawingml/2006/main">
              <a:ext uri="{FF2B5EF4-FFF2-40B4-BE49-F238E27FC236}">
                <a16:creationId xmlns:a16="http://schemas.microsoft.com/office/drawing/2014/main" id="{79987CD9-0FE4-4C43-95A7-255B499BFCE4}"/>
              </a:ext>
            </a:extLst>
          </p:cNvPr>
          <p:cNvSpPr>
            <a:spLocks xmlns:a="http://schemas.openxmlformats.org/drawingml/2006/main" noGrp="1"/>
          </p:cNvSpPr>
          <p:nvPr/>
        </p:nvSpPr>
        <p:spPr>
          <a:xfrm xmlns:a="http://schemas.openxmlformats.org/drawingml/2006/main">
            <a:off x="514350" y="6286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3F5F6"/>
                </a:solidFill>
                <a:latin typeface="Arial"/>
                <a:ea typeface="Arial"/>
                <a:cs typeface="Arial"/>
              </a:defRPr>
            </a:defPPr>
            <a:lvl1pPr algn="l">
              <a:defRPr sz="2550" b="1">
                <a:solidFill>
                  <a:srgbClr val="F3F5F6"/>
                </a:solidFill>
                <a:latin typeface="Arial"/>
                <a:ea typeface="Arial"/>
                <a:cs typeface="Arial"/>
              </a:defRPr>
            </a:lvl1pPr>
            <a:lvl2pPr algn="l">
              <a:defRPr sz="2550" b="1">
                <a:solidFill>
                  <a:srgbClr val="F3F5F6"/>
                </a:solidFill>
                <a:latin typeface="Arial"/>
                <a:ea typeface="Arial"/>
                <a:cs typeface="Arial"/>
              </a:defRPr>
            </a:lvl2pPr>
            <a:lvl3pPr algn="l">
              <a:defRPr sz="2550" b="1">
                <a:solidFill>
                  <a:srgbClr val="F3F5F6"/>
                </a:solidFill>
                <a:latin typeface="Arial"/>
                <a:ea typeface="Arial"/>
                <a:cs typeface="Arial"/>
              </a:defRPr>
            </a:lvl3pPr>
            <a:lvl4pPr algn="l">
              <a:defRPr sz="2550" b="1">
                <a:solidFill>
                  <a:srgbClr val="F3F5F6"/>
                </a:solidFill>
                <a:latin typeface="Arial"/>
                <a:ea typeface="Arial"/>
                <a:cs typeface="Arial"/>
              </a:defRPr>
            </a:lvl4pPr>
            <a:lvl5pPr algn="l">
              <a:defRPr sz="2550" b="1">
                <a:solidFill>
                  <a:srgbClr val="F3F5F6"/>
                </a:solidFill>
                <a:latin typeface="Arial"/>
                <a:ea typeface="Arial"/>
                <a:cs typeface="Arial"/>
              </a:defRPr>
            </a:lvl5pPr>
            <a:lvl6pPr algn="l">
              <a:defRPr sz="2550" b="1">
                <a:solidFill>
                  <a:srgbClr val="F3F5F6"/>
                </a:solidFill>
                <a:latin typeface="Arial"/>
                <a:ea typeface="Arial"/>
                <a:cs typeface="Arial"/>
              </a:defRPr>
            </a:lvl6pPr>
            <a:lvl7pPr algn="l">
              <a:defRPr sz="2550" b="1">
                <a:solidFill>
                  <a:srgbClr val="F3F5F6"/>
                </a:solidFill>
                <a:latin typeface="Arial"/>
                <a:ea typeface="Arial"/>
                <a:cs typeface="Arial"/>
              </a:defRPr>
            </a:lvl7pPr>
            <a:lvl8pPr algn="l">
              <a:defRPr sz="2550" b="1">
                <a:solidFill>
                  <a:srgbClr val="F3F5F6"/>
                </a:solidFill>
                <a:latin typeface="Arial"/>
                <a:ea typeface="Arial"/>
                <a:cs typeface="Arial"/>
              </a:defRPr>
            </a:lvl8pPr>
            <a:lvl9pPr algn="l">
              <a:defRPr sz="2550" b="1">
                <a:solidFill>
                  <a:srgbClr val="F3F5F6"/>
                </a:solidFill>
                <a:latin typeface="Arial"/>
                <a:ea typeface="Arial"/>
                <a:cs typeface="Arial"/>
              </a:defRPr>
            </a:lvl9pPr>
          </a:lstStyle>
          <a:p xmlns:a="http://schemas.openxmlformats.org/drawingml/2006/main">
            <a:pPr algn="l">
              <a:defRPr sz="2550" b="1">
                <a:solidFill>
                  <a:srgbClr val="F3F5F6"/>
                </a:solidFill>
                <a:latin typeface="Arial"/>
                <a:ea typeface="Arial"/>
                <a:cs typeface="Arial"/>
              </a:defRPr>
            </a:pPr>
            <a:r>
              <a:rPr sz="2550" b="1">
                <a:solidFill>
                  <a:srgbClr val="F3F5F6"/>
                </a:solidFill>
                <a:latin typeface="Arial"/>
                <a:ea typeface="Arial"/>
                <a:cs typeface="Arial"/>
              </a:rPr>
              <a:t>Selected references &amp; project materials</a:t>
            </a:r>
          </a:p>
        </p:txBody>
      </p:sp>
      <p:sp>
        <p:nvSpPr>
          <p:cNvPr id="3" name="">
            <a:extLst xmlns:a="http://schemas.openxmlformats.org/drawingml/2006/main">
              <a:ext uri="{FF2B5EF4-FFF2-40B4-BE49-F238E27FC236}">
                <a16:creationId xmlns:a16="http://schemas.microsoft.com/office/drawing/2014/main" id="{19EC7758-8524-43C8-B2E6-1F63521C4BB7}"/>
              </a:ext>
            </a:extLst>
          </p:cNvPr>
          <p:cNvSpPr>
            <a:spLocks xmlns:a="http://schemas.openxmlformats.org/drawingml/2006/main" noGrp="1"/>
          </p:cNvSpPr>
          <p:nvPr/>
        </p:nvSpPr>
        <p:spPr>
          <a:xfrm xmlns:a="http://schemas.openxmlformats.org/drawingml/2006/main">
            <a:off x="514350" y="1295400"/>
            <a:ext cx="11163300" cy="0"/>
          </a:xfrm>
          <a:prstGeom xmlns:a="http://schemas.openxmlformats.org/drawingml/2006/main" prst="line">
            <a:avLst/>
          </a:prstGeom>
          <a:noFill xmlns:a="http://schemas.openxmlformats.org/drawingml/2006/main"/>
          <a:ln xmlns:a="http://schemas.openxmlformats.org/drawingml/2006/main" w="9525">
            <a:solidFill>
              <a:srgbClr val="40515B"/>
            </a:solidFill>
            <a:prstDash val="solid"/>
          </a:ln>
        </p:spPr>
      </p:sp>
      <p:sp>
        <p:nvSpPr>
          <p:cNvPr id="4" name="">
            <a:extLst xmlns:a="http://schemas.openxmlformats.org/drawingml/2006/main">
              <a:ext uri="{FF2B5EF4-FFF2-40B4-BE49-F238E27FC236}">
                <a16:creationId xmlns:a16="http://schemas.microsoft.com/office/drawing/2014/main" id="{599E353D-4A07-41C8-933E-931D8A99B3E7}"/>
              </a:ext>
            </a:extLst>
          </p:cNvPr>
          <p:cNvSpPr>
            <a:spLocks xmlns:a="http://schemas.openxmlformats.org/drawingml/2006/main" noGrp="1"/>
          </p:cNvSpPr>
          <p:nvPr/>
        </p:nvSpPr>
        <p:spPr>
          <a:xfrm xmlns:a="http://schemas.openxmlformats.org/drawingml/2006/main">
            <a:off x="51435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7C4CA"/>
                </a:solidFill>
                <a:latin typeface="Arial"/>
                <a:ea typeface="Arial"/>
                <a:cs typeface="Arial"/>
              </a:defRPr>
            </a:defPPr>
            <a:lvl1pPr algn="l">
              <a:defRPr sz="825" b="1">
                <a:solidFill>
                  <a:srgbClr val="B7C4CA"/>
                </a:solidFill>
                <a:latin typeface="Arial"/>
                <a:ea typeface="Arial"/>
                <a:cs typeface="Arial"/>
              </a:defRPr>
            </a:lvl1pPr>
            <a:lvl2pPr algn="l">
              <a:defRPr sz="825" b="1">
                <a:solidFill>
                  <a:srgbClr val="B7C4CA"/>
                </a:solidFill>
                <a:latin typeface="Arial"/>
                <a:ea typeface="Arial"/>
                <a:cs typeface="Arial"/>
              </a:defRPr>
            </a:lvl2pPr>
            <a:lvl3pPr algn="l">
              <a:defRPr sz="825" b="1">
                <a:solidFill>
                  <a:srgbClr val="B7C4CA"/>
                </a:solidFill>
                <a:latin typeface="Arial"/>
                <a:ea typeface="Arial"/>
                <a:cs typeface="Arial"/>
              </a:defRPr>
            </a:lvl3pPr>
            <a:lvl4pPr algn="l">
              <a:defRPr sz="825" b="1">
                <a:solidFill>
                  <a:srgbClr val="B7C4CA"/>
                </a:solidFill>
                <a:latin typeface="Arial"/>
                <a:ea typeface="Arial"/>
                <a:cs typeface="Arial"/>
              </a:defRPr>
            </a:lvl4pPr>
            <a:lvl5pPr algn="l">
              <a:defRPr sz="825" b="1">
                <a:solidFill>
                  <a:srgbClr val="B7C4CA"/>
                </a:solidFill>
                <a:latin typeface="Arial"/>
                <a:ea typeface="Arial"/>
                <a:cs typeface="Arial"/>
              </a:defRPr>
            </a:lvl5pPr>
            <a:lvl6pPr algn="l">
              <a:defRPr sz="825" b="1">
                <a:solidFill>
                  <a:srgbClr val="B7C4CA"/>
                </a:solidFill>
                <a:latin typeface="Arial"/>
                <a:ea typeface="Arial"/>
                <a:cs typeface="Arial"/>
              </a:defRPr>
            </a:lvl6pPr>
            <a:lvl7pPr algn="l">
              <a:defRPr sz="825" b="1">
                <a:solidFill>
                  <a:srgbClr val="B7C4CA"/>
                </a:solidFill>
                <a:latin typeface="Arial"/>
                <a:ea typeface="Arial"/>
                <a:cs typeface="Arial"/>
              </a:defRPr>
            </a:lvl7pPr>
            <a:lvl8pPr algn="l">
              <a:defRPr sz="825" b="1">
                <a:solidFill>
                  <a:srgbClr val="B7C4CA"/>
                </a:solidFill>
                <a:latin typeface="Arial"/>
                <a:ea typeface="Arial"/>
                <a:cs typeface="Arial"/>
              </a:defRPr>
            </a:lvl8pPr>
            <a:lvl9pPr algn="l">
              <a:defRPr sz="825" b="1">
                <a:solidFill>
                  <a:srgbClr val="B7C4CA"/>
                </a:solidFill>
                <a:latin typeface="Arial"/>
                <a:ea typeface="Arial"/>
                <a:cs typeface="Arial"/>
              </a:defRPr>
            </a:lvl9pPr>
          </a:lstStyle>
          <a:p xmlns:a="http://schemas.openxmlformats.org/drawingml/2006/main">
            <a:pPr algn="l">
              <a:defRPr sz="825" b="1">
                <a:solidFill>
                  <a:srgbClr val="B7C4CA"/>
                </a:solidFill>
                <a:latin typeface="Arial"/>
                <a:ea typeface="Arial"/>
                <a:cs typeface="Arial"/>
              </a:defRPr>
            </a:pPr>
            <a:r>
              <a:rPr sz="825" b="1">
                <a:solidFill>
                  <a:srgbClr val="B7C4CA"/>
                </a:solidFill>
                <a:latin typeface="Arial"/>
                <a:ea typeface="Arial"/>
                <a:cs typeface="Arial"/>
              </a:rPr>
              <a:t>AI-GENERATED FACE IMAGE CLASSIFICATION</a:t>
            </a:r>
          </a:p>
        </p:txBody>
      </p:sp>
      <p:sp>
        <p:nvSpPr>
          <p:cNvPr id="5" name="">
            <a:extLst xmlns:a="http://schemas.openxmlformats.org/drawingml/2006/main">
              <a:ext uri="{FF2B5EF4-FFF2-40B4-BE49-F238E27FC236}">
                <a16:creationId xmlns:a16="http://schemas.microsoft.com/office/drawing/2014/main" id="{C995C5EC-0F2D-43E6-908D-8F9C8B30BB76}"/>
              </a:ext>
            </a:extLst>
          </p:cNvPr>
          <p:cNvSpPr>
            <a:spLocks xmlns:a="http://schemas.openxmlformats.org/drawingml/2006/main" noGrp="1"/>
          </p:cNvSpPr>
          <p:nvPr/>
        </p:nvSpPr>
        <p:spPr>
          <a:xfrm xmlns:a="http://schemas.openxmlformats.org/drawingml/2006/main">
            <a:off x="11287125" y="64579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B7C4CA"/>
                </a:solidFill>
                <a:latin typeface="Arial"/>
                <a:ea typeface="Arial"/>
                <a:cs typeface="Arial"/>
              </a:defRPr>
            </a:defPPr>
            <a:lvl1pPr algn="r">
              <a:defRPr sz="825" b="1">
                <a:solidFill>
                  <a:srgbClr val="B7C4CA"/>
                </a:solidFill>
                <a:latin typeface="Arial"/>
                <a:ea typeface="Arial"/>
                <a:cs typeface="Arial"/>
              </a:defRPr>
            </a:lvl1pPr>
            <a:lvl2pPr algn="r">
              <a:defRPr sz="825" b="1">
                <a:solidFill>
                  <a:srgbClr val="B7C4CA"/>
                </a:solidFill>
                <a:latin typeface="Arial"/>
                <a:ea typeface="Arial"/>
                <a:cs typeface="Arial"/>
              </a:defRPr>
            </a:lvl2pPr>
            <a:lvl3pPr algn="r">
              <a:defRPr sz="825" b="1">
                <a:solidFill>
                  <a:srgbClr val="B7C4CA"/>
                </a:solidFill>
                <a:latin typeface="Arial"/>
                <a:ea typeface="Arial"/>
                <a:cs typeface="Arial"/>
              </a:defRPr>
            </a:lvl3pPr>
            <a:lvl4pPr algn="r">
              <a:defRPr sz="825" b="1">
                <a:solidFill>
                  <a:srgbClr val="B7C4CA"/>
                </a:solidFill>
                <a:latin typeface="Arial"/>
                <a:ea typeface="Arial"/>
                <a:cs typeface="Arial"/>
              </a:defRPr>
            </a:lvl4pPr>
            <a:lvl5pPr algn="r">
              <a:defRPr sz="825" b="1">
                <a:solidFill>
                  <a:srgbClr val="B7C4CA"/>
                </a:solidFill>
                <a:latin typeface="Arial"/>
                <a:ea typeface="Arial"/>
                <a:cs typeface="Arial"/>
              </a:defRPr>
            </a:lvl5pPr>
            <a:lvl6pPr algn="r">
              <a:defRPr sz="825" b="1">
                <a:solidFill>
                  <a:srgbClr val="B7C4CA"/>
                </a:solidFill>
                <a:latin typeface="Arial"/>
                <a:ea typeface="Arial"/>
                <a:cs typeface="Arial"/>
              </a:defRPr>
            </a:lvl6pPr>
            <a:lvl7pPr algn="r">
              <a:defRPr sz="825" b="1">
                <a:solidFill>
                  <a:srgbClr val="B7C4CA"/>
                </a:solidFill>
                <a:latin typeface="Arial"/>
                <a:ea typeface="Arial"/>
                <a:cs typeface="Arial"/>
              </a:defRPr>
            </a:lvl7pPr>
            <a:lvl8pPr algn="r">
              <a:defRPr sz="825" b="1">
                <a:solidFill>
                  <a:srgbClr val="B7C4CA"/>
                </a:solidFill>
                <a:latin typeface="Arial"/>
                <a:ea typeface="Arial"/>
                <a:cs typeface="Arial"/>
              </a:defRPr>
            </a:lvl8pPr>
            <a:lvl9pPr algn="r">
              <a:defRPr sz="825" b="1">
                <a:solidFill>
                  <a:srgbClr val="B7C4CA"/>
                </a:solidFill>
                <a:latin typeface="Arial"/>
                <a:ea typeface="Arial"/>
                <a:cs typeface="Arial"/>
              </a:defRPr>
            </a:lvl9pPr>
          </a:lstStyle>
          <a:p xmlns:a="http://schemas.openxmlformats.org/drawingml/2006/main">
            <a:pPr algn="r">
              <a:defRPr sz="825" b="1">
                <a:solidFill>
                  <a:srgbClr val="B7C4CA"/>
                </a:solidFill>
                <a:latin typeface="Arial"/>
                <a:ea typeface="Arial"/>
                <a:cs typeface="Arial"/>
              </a:defRPr>
            </a:pPr>
            <a:r>
              <a:rPr sz="825" b="1">
                <a:solidFill>
                  <a:srgbClr val="B7C4CA"/>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1B89DF2A-D125-4080-9970-F119A0292F5C}"/>
              </a:ext>
            </a:extLst>
          </p:cNvPr>
          <p:cNvSpPr>
            <a:spLocks xmlns:a="http://schemas.openxmlformats.org/drawingml/2006/main" noGrp="1"/>
          </p:cNvSpPr>
          <p:nvPr/>
        </p:nvSpPr>
        <p:spPr>
          <a:xfrm xmlns:a="http://schemas.openxmlformats.org/drawingml/2006/main">
            <a:off x="590550" y="1571625"/>
            <a:ext cx="11010900" cy="762000"/>
          </a:xfrm>
          <a:prstGeom xmlns:a="http://schemas.openxmlformats.org/drawingml/2006/main" prst="roundRect">
            <a:avLst>
              <a:gd name="adj" fmla="val 10000"/>
            </a:avLst>
          </a:prstGeom>
          <a:solidFill xmlns:a="http://schemas.openxmlformats.org/drawingml/2006/main">
            <a:srgbClr val="192630"/>
          </a:solidFill>
          <a:ln xmlns:a="http://schemas.openxmlformats.org/drawingml/2006/main" w="9525">
            <a:solidFill>
              <a:srgbClr val="40515B"/>
            </a:solidFill>
            <a:prstDash val="solid"/>
          </a:ln>
        </p:spPr>
      </p:sp>
      <p:sp>
        <p:nvSpPr>
          <p:cNvPr id="7" name="">
            <a:extLst xmlns:a="http://schemas.openxmlformats.org/drawingml/2006/main">
              <a:ext uri="{FF2B5EF4-FFF2-40B4-BE49-F238E27FC236}">
                <a16:creationId xmlns:a16="http://schemas.microsoft.com/office/drawing/2014/main" id="{5F2B35D9-1A6C-468C-BAFD-47E444DCC2F3}"/>
              </a:ext>
            </a:extLst>
          </p:cNvPr>
          <p:cNvSpPr>
            <a:spLocks xmlns:a="http://schemas.openxmlformats.org/drawingml/2006/main" noGrp="1"/>
          </p:cNvSpPr>
          <p:nvPr/>
        </p:nvSpPr>
        <p:spPr>
          <a:xfrm xmlns:a="http://schemas.openxmlformats.org/drawingml/2006/main">
            <a:off x="781050" y="16764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Wang et al. (2020)</a:t>
            </a:r>
          </a:p>
        </p:txBody>
      </p:sp>
      <p:sp>
        <p:nvSpPr>
          <p:cNvPr id="8" name="">
            <a:extLst xmlns:a="http://schemas.openxmlformats.org/drawingml/2006/main">
              <a:ext uri="{FF2B5EF4-FFF2-40B4-BE49-F238E27FC236}">
                <a16:creationId xmlns:a16="http://schemas.microsoft.com/office/drawing/2014/main" id="{9F2D13E7-2E5F-4F0C-BDF1-E0681C4AB5BC}"/>
              </a:ext>
            </a:extLst>
          </p:cNvPr>
          <p:cNvSpPr>
            <a:spLocks xmlns:a="http://schemas.openxmlformats.org/drawingml/2006/main" noGrp="1"/>
          </p:cNvSpPr>
          <p:nvPr/>
        </p:nvSpPr>
        <p:spPr>
          <a:xfrm xmlns:a="http://schemas.openxmlformats.org/drawingml/2006/main">
            <a:off x="3238500" y="1666875"/>
            <a:ext cx="795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3F5F6"/>
                </a:solidFill>
                <a:latin typeface="Arial"/>
                <a:ea typeface="Arial"/>
                <a:cs typeface="Arial"/>
              </a:defRPr>
            </a:defPPr>
            <a:lvl1pPr algn="l">
              <a:defRPr sz="1200" b="1">
                <a:solidFill>
                  <a:srgbClr val="F3F5F6"/>
                </a:solidFill>
                <a:latin typeface="Arial"/>
                <a:ea typeface="Arial"/>
                <a:cs typeface="Arial"/>
              </a:defRPr>
            </a:lvl1pPr>
            <a:lvl2pPr algn="l">
              <a:defRPr sz="1200" b="1">
                <a:solidFill>
                  <a:srgbClr val="F3F5F6"/>
                </a:solidFill>
                <a:latin typeface="Arial"/>
                <a:ea typeface="Arial"/>
                <a:cs typeface="Arial"/>
              </a:defRPr>
            </a:lvl2pPr>
            <a:lvl3pPr algn="l">
              <a:defRPr sz="1200" b="1">
                <a:solidFill>
                  <a:srgbClr val="F3F5F6"/>
                </a:solidFill>
                <a:latin typeface="Arial"/>
                <a:ea typeface="Arial"/>
                <a:cs typeface="Arial"/>
              </a:defRPr>
            </a:lvl3pPr>
            <a:lvl4pPr algn="l">
              <a:defRPr sz="1200" b="1">
                <a:solidFill>
                  <a:srgbClr val="F3F5F6"/>
                </a:solidFill>
                <a:latin typeface="Arial"/>
                <a:ea typeface="Arial"/>
                <a:cs typeface="Arial"/>
              </a:defRPr>
            </a:lvl4pPr>
            <a:lvl5pPr algn="l">
              <a:defRPr sz="1200" b="1">
                <a:solidFill>
                  <a:srgbClr val="F3F5F6"/>
                </a:solidFill>
                <a:latin typeface="Arial"/>
                <a:ea typeface="Arial"/>
                <a:cs typeface="Arial"/>
              </a:defRPr>
            </a:lvl5pPr>
            <a:lvl6pPr algn="l">
              <a:defRPr sz="1200" b="1">
                <a:solidFill>
                  <a:srgbClr val="F3F5F6"/>
                </a:solidFill>
                <a:latin typeface="Arial"/>
                <a:ea typeface="Arial"/>
                <a:cs typeface="Arial"/>
              </a:defRPr>
            </a:lvl6pPr>
            <a:lvl7pPr algn="l">
              <a:defRPr sz="1200" b="1">
                <a:solidFill>
                  <a:srgbClr val="F3F5F6"/>
                </a:solidFill>
                <a:latin typeface="Arial"/>
                <a:ea typeface="Arial"/>
                <a:cs typeface="Arial"/>
              </a:defRPr>
            </a:lvl7pPr>
            <a:lvl8pPr algn="l">
              <a:defRPr sz="1200" b="1">
                <a:solidFill>
                  <a:srgbClr val="F3F5F6"/>
                </a:solidFill>
                <a:latin typeface="Arial"/>
                <a:ea typeface="Arial"/>
                <a:cs typeface="Arial"/>
              </a:defRPr>
            </a:lvl8pPr>
            <a:lvl9pPr algn="l">
              <a:defRPr sz="1200" b="1">
                <a:solidFill>
                  <a:srgbClr val="F3F5F6"/>
                </a:solidFill>
                <a:latin typeface="Arial"/>
                <a:ea typeface="Arial"/>
                <a:cs typeface="Arial"/>
              </a:defRPr>
            </a:lvl9pPr>
          </a:lstStyle>
          <a:p xmlns:a="http://schemas.openxmlformats.org/drawingml/2006/main">
            <a:pPr algn="l">
              <a:defRPr sz="1200" b="1">
                <a:solidFill>
                  <a:srgbClr val="F3F5F6"/>
                </a:solidFill>
                <a:latin typeface="Arial"/>
                <a:ea typeface="Arial"/>
                <a:cs typeface="Arial"/>
              </a:defRPr>
            </a:pPr>
            <a:r>
              <a:rPr sz="1200" b="1">
                <a:solidFill>
                  <a:srgbClr val="F3F5F6"/>
                </a:solidFill>
                <a:latin typeface="Arial"/>
                <a:ea typeface="Arial"/>
                <a:cs typeface="Arial"/>
              </a:rPr>
              <a:t>CNN-Generated Images Are Surprisingly Easy to Spot... for Now. CVPR.</a:t>
            </a:r>
          </a:p>
        </p:txBody>
      </p:sp>
      <p:sp>
        <p:nvSpPr>
          <p:cNvPr id="9" name="">
            <a:extLst xmlns:a="http://schemas.openxmlformats.org/drawingml/2006/main">
              <a:ext uri="{FF2B5EF4-FFF2-40B4-BE49-F238E27FC236}">
                <a16:creationId xmlns:a16="http://schemas.microsoft.com/office/drawing/2014/main" id="{F1E3D862-72E0-47A7-8CD8-5C36FC9CB23C}"/>
              </a:ext>
            </a:extLst>
          </p:cNvPr>
          <p:cNvSpPr>
            <a:spLocks xmlns:a="http://schemas.openxmlformats.org/drawingml/2006/main" noGrp="1"/>
          </p:cNvSpPr>
          <p:nvPr/>
        </p:nvSpPr>
        <p:spPr>
          <a:xfrm xmlns:a="http://schemas.openxmlformats.org/drawingml/2006/main">
            <a:off x="3238500" y="1971675"/>
            <a:ext cx="795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B7C4CA"/>
                </a:solidFill>
                <a:latin typeface="Arial"/>
                <a:ea typeface="Arial"/>
                <a:cs typeface="Arial"/>
              </a:defRPr>
            </a:defPPr>
            <a:lvl1pPr algn="l">
              <a:defRPr sz="900" b="0">
                <a:solidFill>
                  <a:srgbClr val="B7C4CA"/>
                </a:solidFill>
                <a:latin typeface="Arial"/>
                <a:ea typeface="Arial"/>
                <a:cs typeface="Arial"/>
              </a:defRPr>
            </a:lvl1pPr>
            <a:lvl2pPr algn="l">
              <a:defRPr sz="900" b="0">
                <a:solidFill>
                  <a:srgbClr val="B7C4CA"/>
                </a:solidFill>
                <a:latin typeface="Arial"/>
                <a:ea typeface="Arial"/>
                <a:cs typeface="Arial"/>
              </a:defRPr>
            </a:lvl2pPr>
            <a:lvl3pPr algn="l">
              <a:defRPr sz="900" b="0">
                <a:solidFill>
                  <a:srgbClr val="B7C4CA"/>
                </a:solidFill>
                <a:latin typeface="Arial"/>
                <a:ea typeface="Arial"/>
                <a:cs typeface="Arial"/>
              </a:defRPr>
            </a:lvl3pPr>
            <a:lvl4pPr algn="l">
              <a:defRPr sz="900" b="0">
                <a:solidFill>
                  <a:srgbClr val="B7C4CA"/>
                </a:solidFill>
                <a:latin typeface="Arial"/>
                <a:ea typeface="Arial"/>
                <a:cs typeface="Arial"/>
              </a:defRPr>
            </a:lvl4pPr>
            <a:lvl5pPr algn="l">
              <a:defRPr sz="900" b="0">
                <a:solidFill>
                  <a:srgbClr val="B7C4CA"/>
                </a:solidFill>
                <a:latin typeface="Arial"/>
                <a:ea typeface="Arial"/>
                <a:cs typeface="Arial"/>
              </a:defRPr>
            </a:lvl5pPr>
            <a:lvl6pPr algn="l">
              <a:defRPr sz="900" b="0">
                <a:solidFill>
                  <a:srgbClr val="B7C4CA"/>
                </a:solidFill>
                <a:latin typeface="Arial"/>
                <a:ea typeface="Arial"/>
                <a:cs typeface="Arial"/>
              </a:defRPr>
            </a:lvl6pPr>
            <a:lvl7pPr algn="l">
              <a:defRPr sz="900" b="0">
                <a:solidFill>
                  <a:srgbClr val="B7C4CA"/>
                </a:solidFill>
                <a:latin typeface="Arial"/>
                <a:ea typeface="Arial"/>
                <a:cs typeface="Arial"/>
              </a:defRPr>
            </a:lvl7pPr>
            <a:lvl8pPr algn="l">
              <a:defRPr sz="900" b="0">
                <a:solidFill>
                  <a:srgbClr val="B7C4CA"/>
                </a:solidFill>
                <a:latin typeface="Arial"/>
                <a:ea typeface="Arial"/>
                <a:cs typeface="Arial"/>
              </a:defRPr>
            </a:lvl8pPr>
            <a:lvl9pPr algn="l">
              <a:defRPr sz="900" b="0">
                <a:solidFill>
                  <a:srgbClr val="B7C4CA"/>
                </a:solidFill>
                <a:latin typeface="Arial"/>
                <a:ea typeface="Arial"/>
                <a:cs typeface="Arial"/>
              </a:defRPr>
            </a:lvl9pPr>
          </a:lstStyle>
          <a:p xmlns:a="http://schemas.openxmlformats.org/drawingml/2006/main">
            <a:pPr algn="l">
              <a:defRPr sz="900" b="0">
                <a:solidFill>
                  <a:srgbClr val="B7C4CA"/>
                </a:solidFill>
                <a:latin typeface="Arial"/>
                <a:ea typeface="Arial"/>
                <a:cs typeface="Arial"/>
              </a:defRPr>
            </a:pPr>
            <a:r>
              <a:rPr sz="900" b="0">
                <a:solidFill>
                  <a:srgbClr val="B7C4CA"/>
                </a:solidFill>
                <a:latin typeface="Arial"/>
                <a:ea typeface="Arial"/>
                <a:cs typeface="Arial"/>
              </a:rPr>
              <a:t>openaccess.thecvf.com/content_CVPR_2020/html/Wang_CNN-Generated_Images_Are_Surprisingly_Easy_to_Spot..._for_Now_CVPR_2020_paper.html</a:t>
            </a:r>
          </a:p>
        </p:txBody>
      </p:sp>
      <p:sp>
        <p:nvSpPr>
          <p:cNvPr id="10" name="">
            <a:extLst xmlns:a="http://schemas.openxmlformats.org/drawingml/2006/main">
              <a:ext uri="{FF2B5EF4-FFF2-40B4-BE49-F238E27FC236}">
                <a16:creationId xmlns:a16="http://schemas.microsoft.com/office/drawing/2014/main" id="{01900F9C-A6F3-42E1-8B51-EA1C39DE554E}"/>
              </a:ext>
            </a:extLst>
          </p:cNvPr>
          <p:cNvSpPr>
            <a:spLocks xmlns:a="http://schemas.openxmlformats.org/drawingml/2006/main" noGrp="1"/>
          </p:cNvSpPr>
          <p:nvPr/>
        </p:nvSpPr>
        <p:spPr>
          <a:xfrm xmlns:a="http://schemas.openxmlformats.org/drawingml/2006/main">
            <a:off x="590550" y="2466975"/>
            <a:ext cx="11010900" cy="762000"/>
          </a:xfrm>
          <a:prstGeom xmlns:a="http://schemas.openxmlformats.org/drawingml/2006/main" prst="roundRect">
            <a:avLst>
              <a:gd name="adj" fmla="val 10000"/>
            </a:avLst>
          </a:prstGeom>
          <a:solidFill xmlns:a="http://schemas.openxmlformats.org/drawingml/2006/main">
            <a:srgbClr val="192630"/>
          </a:solidFill>
          <a:ln xmlns:a="http://schemas.openxmlformats.org/drawingml/2006/main" w="9525">
            <a:solidFill>
              <a:srgbClr val="40515B"/>
            </a:solidFill>
            <a:prstDash val="solid"/>
          </a:ln>
        </p:spPr>
      </p:sp>
      <p:sp>
        <p:nvSpPr>
          <p:cNvPr id="11" name="">
            <a:extLst xmlns:a="http://schemas.openxmlformats.org/drawingml/2006/main">
              <a:ext uri="{FF2B5EF4-FFF2-40B4-BE49-F238E27FC236}">
                <a16:creationId xmlns:a16="http://schemas.microsoft.com/office/drawing/2014/main" id="{118E62A3-5879-4764-83A4-0C1994A38A04}"/>
              </a:ext>
            </a:extLst>
          </p:cNvPr>
          <p:cNvSpPr>
            <a:spLocks xmlns:a="http://schemas.openxmlformats.org/drawingml/2006/main" noGrp="1"/>
          </p:cNvSpPr>
          <p:nvPr/>
        </p:nvSpPr>
        <p:spPr>
          <a:xfrm xmlns:a="http://schemas.openxmlformats.org/drawingml/2006/main">
            <a:off x="781050" y="25717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Frank et al. (2020)</a:t>
            </a:r>
          </a:p>
        </p:txBody>
      </p:sp>
      <p:sp>
        <p:nvSpPr>
          <p:cNvPr id="12" name="">
            <a:extLst xmlns:a="http://schemas.openxmlformats.org/drawingml/2006/main">
              <a:ext uri="{FF2B5EF4-FFF2-40B4-BE49-F238E27FC236}">
                <a16:creationId xmlns:a16="http://schemas.microsoft.com/office/drawing/2014/main" id="{E7728FB7-D9D5-4FAF-A9AF-57E66A56BD53}"/>
              </a:ext>
            </a:extLst>
          </p:cNvPr>
          <p:cNvSpPr>
            <a:spLocks xmlns:a="http://schemas.openxmlformats.org/drawingml/2006/main" noGrp="1"/>
          </p:cNvSpPr>
          <p:nvPr/>
        </p:nvSpPr>
        <p:spPr>
          <a:xfrm xmlns:a="http://schemas.openxmlformats.org/drawingml/2006/main">
            <a:off x="3238500" y="2562225"/>
            <a:ext cx="795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3F5F6"/>
                </a:solidFill>
                <a:latin typeface="Arial"/>
                <a:ea typeface="Arial"/>
                <a:cs typeface="Arial"/>
              </a:defRPr>
            </a:defPPr>
            <a:lvl1pPr algn="l">
              <a:defRPr sz="1200" b="1">
                <a:solidFill>
                  <a:srgbClr val="F3F5F6"/>
                </a:solidFill>
                <a:latin typeface="Arial"/>
                <a:ea typeface="Arial"/>
                <a:cs typeface="Arial"/>
              </a:defRPr>
            </a:lvl1pPr>
            <a:lvl2pPr algn="l">
              <a:defRPr sz="1200" b="1">
                <a:solidFill>
                  <a:srgbClr val="F3F5F6"/>
                </a:solidFill>
                <a:latin typeface="Arial"/>
                <a:ea typeface="Arial"/>
                <a:cs typeface="Arial"/>
              </a:defRPr>
            </a:lvl2pPr>
            <a:lvl3pPr algn="l">
              <a:defRPr sz="1200" b="1">
                <a:solidFill>
                  <a:srgbClr val="F3F5F6"/>
                </a:solidFill>
                <a:latin typeface="Arial"/>
                <a:ea typeface="Arial"/>
                <a:cs typeface="Arial"/>
              </a:defRPr>
            </a:lvl3pPr>
            <a:lvl4pPr algn="l">
              <a:defRPr sz="1200" b="1">
                <a:solidFill>
                  <a:srgbClr val="F3F5F6"/>
                </a:solidFill>
                <a:latin typeface="Arial"/>
                <a:ea typeface="Arial"/>
                <a:cs typeface="Arial"/>
              </a:defRPr>
            </a:lvl4pPr>
            <a:lvl5pPr algn="l">
              <a:defRPr sz="1200" b="1">
                <a:solidFill>
                  <a:srgbClr val="F3F5F6"/>
                </a:solidFill>
                <a:latin typeface="Arial"/>
                <a:ea typeface="Arial"/>
                <a:cs typeface="Arial"/>
              </a:defRPr>
            </a:lvl5pPr>
            <a:lvl6pPr algn="l">
              <a:defRPr sz="1200" b="1">
                <a:solidFill>
                  <a:srgbClr val="F3F5F6"/>
                </a:solidFill>
                <a:latin typeface="Arial"/>
                <a:ea typeface="Arial"/>
                <a:cs typeface="Arial"/>
              </a:defRPr>
            </a:lvl6pPr>
            <a:lvl7pPr algn="l">
              <a:defRPr sz="1200" b="1">
                <a:solidFill>
                  <a:srgbClr val="F3F5F6"/>
                </a:solidFill>
                <a:latin typeface="Arial"/>
                <a:ea typeface="Arial"/>
                <a:cs typeface="Arial"/>
              </a:defRPr>
            </a:lvl7pPr>
            <a:lvl8pPr algn="l">
              <a:defRPr sz="1200" b="1">
                <a:solidFill>
                  <a:srgbClr val="F3F5F6"/>
                </a:solidFill>
                <a:latin typeface="Arial"/>
                <a:ea typeface="Arial"/>
                <a:cs typeface="Arial"/>
              </a:defRPr>
            </a:lvl8pPr>
            <a:lvl9pPr algn="l">
              <a:defRPr sz="1200" b="1">
                <a:solidFill>
                  <a:srgbClr val="F3F5F6"/>
                </a:solidFill>
                <a:latin typeface="Arial"/>
                <a:ea typeface="Arial"/>
                <a:cs typeface="Arial"/>
              </a:defRPr>
            </a:lvl9pPr>
          </a:lstStyle>
          <a:p xmlns:a="http://schemas.openxmlformats.org/drawingml/2006/main">
            <a:pPr algn="l">
              <a:defRPr sz="1200" b="1">
                <a:solidFill>
                  <a:srgbClr val="F3F5F6"/>
                </a:solidFill>
                <a:latin typeface="Arial"/>
                <a:ea typeface="Arial"/>
                <a:cs typeface="Arial"/>
              </a:defRPr>
            </a:pPr>
            <a:r>
              <a:rPr sz="1200" b="1">
                <a:solidFill>
                  <a:srgbClr val="F3F5F6"/>
                </a:solidFill>
                <a:latin typeface="Arial"/>
                <a:ea typeface="Arial"/>
                <a:cs typeface="Arial"/>
              </a:rPr>
              <a:t>Leveraging Frequency Analysis for Deep Fake Image Recognition. ICML.</a:t>
            </a:r>
          </a:p>
        </p:txBody>
      </p:sp>
      <p:sp>
        <p:nvSpPr>
          <p:cNvPr id="13" name="">
            <a:extLst xmlns:a="http://schemas.openxmlformats.org/drawingml/2006/main">
              <a:ext uri="{FF2B5EF4-FFF2-40B4-BE49-F238E27FC236}">
                <a16:creationId xmlns:a16="http://schemas.microsoft.com/office/drawing/2014/main" id="{2B49E495-CB75-412D-8173-F541290BBF36}"/>
              </a:ext>
            </a:extLst>
          </p:cNvPr>
          <p:cNvSpPr>
            <a:spLocks xmlns:a="http://schemas.openxmlformats.org/drawingml/2006/main" noGrp="1"/>
          </p:cNvSpPr>
          <p:nvPr/>
        </p:nvSpPr>
        <p:spPr>
          <a:xfrm xmlns:a="http://schemas.openxmlformats.org/drawingml/2006/main">
            <a:off x="3238500" y="2867025"/>
            <a:ext cx="795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B7C4CA"/>
                </a:solidFill>
                <a:latin typeface="Arial"/>
                <a:ea typeface="Arial"/>
                <a:cs typeface="Arial"/>
              </a:defRPr>
            </a:defPPr>
            <a:lvl1pPr algn="l">
              <a:defRPr sz="900" b="0">
                <a:solidFill>
                  <a:srgbClr val="B7C4CA"/>
                </a:solidFill>
                <a:latin typeface="Arial"/>
                <a:ea typeface="Arial"/>
                <a:cs typeface="Arial"/>
              </a:defRPr>
            </a:lvl1pPr>
            <a:lvl2pPr algn="l">
              <a:defRPr sz="900" b="0">
                <a:solidFill>
                  <a:srgbClr val="B7C4CA"/>
                </a:solidFill>
                <a:latin typeface="Arial"/>
                <a:ea typeface="Arial"/>
                <a:cs typeface="Arial"/>
              </a:defRPr>
            </a:lvl2pPr>
            <a:lvl3pPr algn="l">
              <a:defRPr sz="900" b="0">
                <a:solidFill>
                  <a:srgbClr val="B7C4CA"/>
                </a:solidFill>
                <a:latin typeface="Arial"/>
                <a:ea typeface="Arial"/>
                <a:cs typeface="Arial"/>
              </a:defRPr>
            </a:lvl3pPr>
            <a:lvl4pPr algn="l">
              <a:defRPr sz="900" b="0">
                <a:solidFill>
                  <a:srgbClr val="B7C4CA"/>
                </a:solidFill>
                <a:latin typeface="Arial"/>
                <a:ea typeface="Arial"/>
                <a:cs typeface="Arial"/>
              </a:defRPr>
            </a:lvl4pPr>
            <a:lvl5pPr algn="l">
              <a:defRPr sz="900" b="0">
                <a:solidFill>
                  <a:srgbClr val="B7C4CA"/>
                </a:solidFill>
                <a:latin typeface="Arial"/>
                <a:ea typeface="Arial"/>
                <a:cs typeface="Arial"/>
              </a:defRPr>
            </a:lvl5pPr>
            <a:lvl6pPr algn="l">
              <a:defRPr sz="900" b="0">
                <a:solidFill>
                  <a:srgbClr val="B7C4CA"/>
                </a:solidFill>
                <a:latin typeface="Arial"/>
                <a:ea typeface="Arial"/>
                <a:cs typeface="Arial"/>
              </a:defRPr>
            </a:lvl6pPr>
            <a:lvl7pPr algn="l">
              <a:defRPr sz="900" b="0">
                <a:solidFill>
                  <a:srgbClr val="B7C4CA"/>
                </a:solidFill>
                <a:latin typeface="Arial"/>
                <a:ea typeface="Arial"/>
                <a:cs typeface="Arial"/>
              </a:defRPr>
            </a:lvl7pPr>
            <a:lvl8pPr algn="l">
              <a:defRPr sz="900" b="0">
                <a:solidFill>
                  <a:srgbClr val="B7C4CA"/>
                </a:solidFill>
                <a:latin typeface="Arial"/>
                <a:ea typeface="Arial"/>
                <a:cs typeface="Arial"/>
              </a:defRPr>
            </a:lvl8pPr>
            <a:lvl9pPr algn="l">
              <a:defRPr sz="900" b="0">
                <a:solidFill>
                  <a:srgbClr val="B7C4CA"/>
                </a:solidFill>
                <a:latin typeface="Arial"/>
                <a:ea typeface="Arial"/>
                <a:cs typeface="Arial"/>
              </a:defRPr>
            </a:lvl9pPr>
          </a:lstStyle>
          <a:p xmlns:a="http://schemas.openxmlformats.org/drawingml/2006/main">
            <a:pPr algn="l">
              <a:defRPr sz="900" b="0">
                <a:solidFill>
                  <a:srgbClr val="B7C4CA"/>
                </a:solidFill>
                <a:latin typeface="Arial"/>
                <a:ea typeface="Arial"/>
                <a:cs typeface="Arial"/>
              </a:defRPr>
            </a:pPr>
            <a:r>
              <a:rPr sz="900" b="0">
                <a:solidFill>
                  <a:srgbClr val="B7C4CA"/>
                </a:solidFill>
                <a:latin typeface="Arial"/>
                <a:ea typeface="Arial"/>
                <a:cs typeface="Arial"/>
              </a:rPr>
              <a:t>proceedings.mlr.press/v119/frank20a.html</a:t>
            </a:r>
          </a:p>
        </p:txBody>
      </p:sp>
      <p:sp>
        <p:nvSpPr>
          <p:cNvPr id="14" name="">
            <a:extLst xmlns:a="http://schemas.openxmlformats.org/drawingml/2006/main">
              <a:ext uri="{FF2B5EF4-FFF2-40B4-BE49-F238E27FC236}">
                <a16:creationId xmlns:a16="http://schemas.microsoft.com/office/drawing/2014/main" id="{0C3F0B51-EF2C-4979-860E-5AFF8BBF613E}"/>
              </a:ext>
            </a:extLst>
          </p:cNvPr>
          <p:cNvSpPr>
            <a:spLocks xmlns:a="http://schemas.openxmlformats.org/drawingml/2006/main" noGrp="1"/>
          </p:cNvSpPr>
          <p:nvPr/>
        </p:nvSpPr>
        <p:spPr>
          <a:xfrm xmlns:a="http://schemas.openxmlformats.org/drawingml/2006/main">
            <a:off x="590550" y="3362325"/>
            <a:ext cx="11010900" cy="762000"/>
          </a:xfrm>
          <a:prstGeom xmlns:a="http://schemas.openxmlformats.org/drawingml/2006/main" prst="roundRect">
            <a:avLst>
              <a:gd name="adj" fmla="val 10000"/>
            </a:avLst>
          </a:prstGeom>
          <a:solidFill xmlns:a="http://schemas.openxmlformats.org/drawingml/2006/main">
            <a:srgbClr val="192630"/>
          </a:solidFill>
          <a:ln xmlns:a="http://schemas.openxmlformats.org/drawingml/2006/main" w="9525">
            <a:solidFill>
              <a:srgbClr val="40515B"/>
            </a:solidFill>
            <a:prstDash val="solid"/>
          </a:ln>
        </p:spPr>
      </p:sp>
      <p:sp>
        <p:nvSpPr>
          <p:cNvPr id="15" name="">
            <a:extLst xmlns:a="http://schemas.openxmlformats.org/drawingml/2006/main">
              <a:ext uri="{FF2B5EF4-FFF2-40B4-BE49-F238E27FC236}">
                <a16:creationId xmlns:a16="http://schemas.microsoft.com/office/drawing/2014/main" id="{86A4F279-7FB0-453A-B7B0-87FDC2BEA787}"/>
              </a:ext>
            </a:extLst>
          </p:cNvPr>
          <p:cNvSpPr>
            <a:spLocks xmlns:a="http://schemas.openxmlformats.org/drawingml/2006/main" noGrp="1"/>
          </p:cNvSpPr>
          <p:nvPr/>
        </p:nvSpPr>
        <p:spPr>
          <a:xfrm xmlns:a="http://schemas.openxmlformats.org/drawingml/2006/main">
            <a:off x="781050" y="34671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Tan &amp; Le (2019)</a:t>
            </a:r>
          </a:p>
        </p:txBody>
      </p:sp>
      <p:sp>
        <p:nvSpPr>
          <p:cNvPr id="16" name="">
            <a:extLst xmlns:a="http://schemas.openxmlformats.org/drawingml/2006/main">
              <a:ext uri="{FF2B5EF4-FFF2-40B4-BE49-F238E27FC236}">
                <a16:creationId xmlns:a16="http://schemas.microsoft.com/office/drawing/2014/main" id="{1560A5B5-E925-4A3F-9691-E489BED4C8B9}"/>
              </a:ext>
            </a:extLst>
          </p:cNvPr>
          <p:cNvSpPr>
            <a:spLocks xmlns:a="http://schemas.openxmlformats.org/drawingml/2006/main" noGrp="1"/>
          </p:cNvSpPr>
          <p:nvPr/>
        </p:nvSpPr>
        <p:spPr>
          <a:xfrm xmlns:a="http://schemas.openxmlformats.org/drawingml/2006/main">
            <a:off x="3238500" y="3457575"/>
            <a:ext cx="795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3F5F6"/>
                </a:solidFill>
                <a:latin typeface="Arial"/>
                <a:ea typeface="Arial"/>
                <a:cs typeface="Arial"/>
              </a:defRPr>
            </a:defPPr>
            <a:lvl1pPr algn="l">
              <a:defRPr sz="1200" b="1">
                <a:solidFill>
                  <a:srgbClr val="F3F5F6"/>
                </a:solidFill>
                <a:latin typeface="Arial"/>
                <a:ea typeface="Arial"/>
                <a:cs typeface="Arial"/>
              </a:defRPr>
            </a:lvl1pPr>
            <a:lvl2pPr algn="l">
              <a:defRPr sz="1200" b="1">
                <a:solidFill>
                  <a:srgbClr val="F3F5F6"/>
                </a:solidFill>
                <a:latin typeface="Arial"/>
                <a:ea typeface="Arial"/>
                <a:cs typeface="Arial"/>
              </a:defRPr>
            </a:lvl2pPr>
            <a:lvl3pPr algn="l">
              <a:defRPr sz="1200" b="1">
                <a:solidFill>
                  <a:srgbClr val="F3F5F6"/>
                </a:solidFill>
                <a:latin typeface="Arial"/>
                <a:ea typeface="Arial"/>
                <a:cs typeface="Arial"/>
              </a:defRPr>
            </a:lvl3pPr>
            <a:lvl4pPr algn="l">
              <a:defRPr sz="1200" b="1">
                <a:solidFill>
                  <a:srgbClr val="F3F5F6"/>
                </a:solidFill>
                <a:latin typeface="Arial"/>
                <a:ea typeface="Arial"/>
                <a:cs typeface="Arial"/>
              </a:defRPr>
            </a:lvl4pPr>
            <a:lvl5pPr algn="l">
              <a:defRPr sz="1200" b="1">
                <a:solidFill>
                  <a:srgbClr val="F3F5F6"/>
                </a:solidFill>
                <a:latin typeface="Arial"/>
                <a:ea typeface="Arial"/>
                <a:cs typeface="Arial"/>
              </a:defRPr>
            </a:lvl5pPr>
            <a:lvl6pPr algn="l">
              <a:defRPr sz="1200" b="1">
                <a:solidFill>
                  <a:srgbClr val="F3F5F6"/>
                </a:solidFill>
                <a:latin typeface="Arial"/>
                <a:ea typeface="Arial"/>
                <a:cs typeface="Arial"/>
              </a:defRPr>
            </a:lvl6pPr>
            <a:lvl7pPr algn="l">
              <a:defRPr sz="1200" b="1">
                <a:solidFill>
                  <a:srgbClr val="F3F5F6"/>
                </a:solidFill>
                <a:latin typeface="Arial"/>
                <a:ea typeface="Arial"/>
                <a:cs typeface="Arial"/>
              </a:defRPr>
            </a:lvl7pPr>
            <a:lvl8pPr algn="l">
              <a:defRPr sz="1200" b="1">
                <a:solidFill>
                  <a:srgbClr val="F3F5F6"/>
                </a:solidFill>
                <a:latin typeface="Arial"/>
                <a:ea typeface="Arial"/>
                <a:cs typeface="Arial"/>
              </a:defRPr>
            </a:lvl8pPr>
            <a:lvl9pPr algn="l">
              <a:defRPr sz="1200" b="1">
                <a:solidFill>
                  <a:srgbClr val="F3F5F6"/>
                </a:solidFill>
                <a:latin typeface="Arial"/>
                <a:ea typeface="Arial"/>
                <a:cs typeface="Arial"/>
              </a:defRPr>
            </a:lvl9pPr>
          </a:lstStyle>
          <a:p xmlns:a="http://schemas.openxmlformats.org/drawingml/2006/main">
            <a:pPr algn="l">
              <a:defRPr sz="1200" b="1">
                <a:solidFill>
                  <a:srgbClr val="F3F5F6"/>
                </a:solidFill>
                <a:latin typeface="Arial"/>
                <a:ea typeface="Arial"/>
                <a:cs typeface="Arial"/>
              </a:defRPr>
            </a:pPr>
            <a:r>
              <a:rPr sz="1200" b="1">
                <a:solidFill>
                  <a:srgbClr val="F3F5F6"/>
                </a:solidFill>
                <a:latin typeface="Arial"/>
                <a:ea typeface="Arial"/>
                <a:cs typeface="Arial"/>
              </a:rPr>
              <a:t>EfficientNet: Rethinking Model Scaling for Convolutional Neural Networks. ICML.</a:t>
            </a:r>
          </a:p>
        </p:txBody>
      </p:sp>
      <p:sp>
        <p:nvSpPr>
          <p:cNvPr id="17" name="">
            <a:extLst xmlns:a="http://schemas.openxmlformats.org/drawingml/2006/main">
              <a:ext uri="{FF2B5EF4-FFF2-40B4-BE49-F238E27FC236}">
                <a16:creationId xmlns:a16="http://schemas.microsoft.com/office/drawing/2014/main" id="{96DDE3FA-7BD5-434C-BBAD-A6C58E490017}"/>
              </a:ext>
            </a:extLst>
          </p:cNvPr>
          <p:cNvSpPr>
            <a:spLocks xmlns:a="http://schemas.openxmlformats.org/drawingml/2006/main" noGrp="1"/>
          </p:cNvSpPr>
          <p:nvPr/>
        </p:nvSpPr>
        <p:spPr>
          <a:xfrm xmlns:a="http://schemas.openxmlformats.org/drawingml/2006/main">
            <a:off x="3238500" y="3762375"/>
            <a:ext cx="795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B7C4CA"/>
                </a:solidFill>
                <a:latin typeface="Arial"/>
                <a:ea typeface="Arial"/>
                <a:cs typeface="Arial"/>
              </a:defRPr>
            </a:defPPr>
            <a:lvl1pPr algn="l">
              <a:defRPr sz="900" b="0">
                <a:solidFill>
                  <a:srgbClr val="B7C4CA"/>
                </a:solidFill>
                <a:latin typeface="Arial"/>
                <a:ea typeface="Arial"/>
                <a:cs typeface="Arial"/>
              </a:defRPr>
            </a:lvl1pPr>
            <a:lvl2pPr algn="l">
              <a:defRPr sz="900" b="0">
                <a:solidFill>
                  <a:srgbClr val="B7C4CA"/>
                </a:solidFill>
                <a:latin typeface="Arial"/>
                <a:ea typeface="Arial"/>
                <a:cs typeface="Arial"/>
              </a:defRPr>
            </a:lvl2pPr>
            <a:lvl3pPr algn="l">
              <a:defRPr sz="900" b="0">
                <a:solidFill>
                  <a:srgbClr val="B7C4CA"/>
                </a:solidFill>
                <a:latin typeface="Arial"/>
                <a:ea typeface="Arial"/>
                <a:cs typeface="Arial"/>
              </a:defRPr>
            </a:lvl3pPr>
            <a:lvl4pPr algn="l">
              <a:defRPr sz="900" b="0">
                <a:solidFill>
                  <a:srgbClr val="B7C4CA"/>
                </a:solidFill>
                <a:latin typeface="Arial"/>
                <a:ea typeface="Arial"/>
                <a:cs typeface="Arial"/>
              </a:defRPr>
            </a:lvl4pPr>
            <a:lvl5pPr algn="l">
              <a:defRPr sz="900" b="0">
                <a:solidFill>
                  <a:srgbClr val="B7C4CA"/>
                </a:solidFill>
                <a:latin typeface="Arial"/>
                <a:ea typeface="Arial"/>
                <a:cs typeface="Arial"/>
              </a:defRPr>
            </a:lvl5pPr>
            <a:lvl6pPr algn="l">
              <a:defRPr sz="900" b="0">
                <a:solidFill>
                  <a:srgbClr val="B7C4CA"/>
                </a:solidFill>
                <a:latin typeface="Arial"/>
                <a:ea typeface="Arial"/>
                <a:cs typeface="Arial"/>
              </a:defRPr>
            </a:lvl6pPr>
            <a:lvl7pPr algn="l">
              <a:defRPr sz="900" b="0">
                <a:solidFill>
                  <a:srgbClr val="B7C4CA"/>
                </a:solidFill>
                <a:latin typeface="Arial"/>
                <a:ea typeface="Arial"/>
                <a:cs typeface="Arial"/>
              </a:defRPr>
            </a:lvl7pPr>
            <a:lvl8pPr algn="l">
              <a:defRPr sz="900" b="0">
                <a:solidFill>
                  <a:srgbClr val="B7C4CA"/>
                </a:solidFill>
                <a:latin typeface="Arial"/>
                <a:ea typeface="Arial"/>
                <a:cs typeface="Arial"/>
              </a:defRPr>
            </a:lvl8pPr>
            <a:lvl9pPr algn="l">
              <a:defRPr sz="900" b="0">
                <a:solidFill>
                  <a:srgbClr val="B7C4CA"/>
                </a:solidFill>
                <a:latin typeface="Arial"/>
                <a:ea typeface="Arial"/>
                <a:cs typeface="Arial"/>
              </a:defRPr>
            </a:lvl9pPr>
          </a:lstStyle>
          <a:p xmlns:a="http://schemas.openxmlformats.org/drawingml/2006/main">
            <a:pPr algn="l">
              <a:defRPr sz="900" b="0">
                <a:solidFill>
                  <a:srgbClr val="B7C4CA"/>
                </a:solidFill>
                <a:latin typeface="Arial"/>
                <a:ea typeface="Arial"/>
                <a:cs typeface="Arial"/>
              </a:defRPr>
            </a:pPr>
            <a:r>
              <a:rPr sz="900" b="0">
                <a:solidFill>
                  <a:srgbClr val="B7C4CA"/>
                </a:solidFill>
                <a:latin typeface="Arial"/>
                <a:ea typeface="Arial"/>
                <a:cs typeface="Arial"/>
              </a:rPr>
              <a:t>proceedings.mlr.press/v97/tan19a.html</a:t>
            </a:r>
          </a:p>
        </p:txBody>
      </p:sp>
      <p:sp>
        <p:nvSpPr>
          <p:cNvPr id="18" name="">
            <a:extLst xmlns:a="http://schemas.openxmlformats.org/drawingml/2006/main">
              <a:ext uri="{FF2B5EF4-FFF2-40B4-BE49-F238E27FC236}">
                <a16:creationId xmlns:a16="http://schemas.microsoft.com/office/drawing/2014/main" id="{DAE53D9D-6A9A-4DE9-9EF7-FC4EE6B0B68C}"/>
              </a:ext>
            </a:extLst>
          </p:cNvPr>
          <p:cNvSpPr>
            <a:spLocks xmlns:a="http://schemas.openxmlformats.org/drawingml/2006/main" noGrp="1"/>
          </p:cNvSpPr>
          <p:nvPr/>
        </p:nvSpPr>
        <p:spPr>
          <a:xfrm xmlns:a="http://schemas.openxmlformats.org/drawingml/2006/main">
            <a:off x="590550" y="4257675"/>
            <a:ext cx="11010900" cy="762000"/>
          </a:xfrm>
          <a:prstGeom xmlns:a="http://schemas.openxmlformats.org/drawingml/2006/main" prst="roundRect">
            <a:avLst>
              <a:gd name="adj" fmla="val 10000"/>
            </a:avLst>
          </a:prstGeom>
          <a:solidFill xmlns:a="http://schemas.openxmlformats.org/drawingml/2006/main">
            <a:srgbClr val="192630"/>
          </a:solidFill>
          <a:ln xmlns:a="http://schemas.openxmlformats.org/drawingml/2006/main" w="9525">
            <a:solidFill>
              <a:srgbClr val="40515B"/>
            </a:solidFill>
            <a:prstDash val="solid"/>
          </a:ln>
        </p:spPr>
      </p:sp>
      <p:sp>
        <p:nvSpPr>
          <p:cNvPr id="19" name="">
            <a:extLst xmlns:a="http://schemas.openxmlformats.org/drawingml/2006/main">
              <a:ext uri="{FF2B5EF4-FFF2-40B4-BE49-F238E27FC236}">
                <a16:creationId xmlns:a16="http://schemas.microsoft.com/office/drawing/2014/main" id="{7A0E89D7-35C3-4E66-930B-CE75B01AF240}"/>
              </a:ext>
            </a:extLst>
          </p:cNvPr>
          <p:cNvSpPr>
            <a:spLocks xmlns:a="http://schemas.openxmlformats.org/drawingml/2006/main" noGrp="1"/>
          </p:cNvSpPr>
          <p:nvPr/>
        </p:nvSpPr>
        <p:spPr>
          <a:xfrm xmlns:a="http://schemas.openxmlformats.org/drawingml/2006/main">
            <a:off x="781050" y="43624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Selvaraju et al. (2017)</a:t>
            </a:r>
          </a:p>
        </p:txBody>
      </p:sp>
      <p:sp>
        <p:nvSpPr>
          <p:cNvPr id="20" name="">
            <a:extLst xmlns:a="http://schemas.openxmlformats.org/drawingml/2006/main">
              <a:ext uri="{FF2B5EF4-FFF2-40B4-BE49-F238E27FC236}">
                <a16:creationId xmlns:a16="http://schemas.microsoft.com/office/drawing/2014/main" id="{CB7B2802-7910-4EF0-8A14-7D4D2C7925BD}"/>
              </a:ext>
            </a:extLst>
          </p:cNvPr>
          <p:cNvSpPr>
            <a:spLocks xmlns:a="http://schemas.openxmlformats.org/drawingml/2006/main" noGrp="1"/>
          </p:cNvSpPr>
          <p:nvPr/>
        </p:nvSpPr>
        <p:spPr>
          <a:xfrm xmlns:a="http://schemas.openxmlformats.org/drawingml/2006/main">
            <a:off x="3238500" y="4352925"/>
            <a:ext cx="795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3F5F6"/>
                </a:solidFill>
                <a:latin typeface="Arial"/>
                <a:ea typeface="Arial"/>
                <a:cs typeface="Arial"/>
              </a:defRPr>
            </a:defPPr>
            <a:lvl1pPr algn="l">
              <a:defRPr sz="1200" b="1">
                <a:solidFill>
                  <a:srgbClr val="F3F5F6"/>
                </a:solidFill>
                <a:latin typeface="Arial"/>
                <a:ea typeface="Arial"/>
                <a:cs typeface="Arial"/>
              </a:defRPr>
            </a:lvl1pPr>
            <a:lvl2pPr algn="l">
              <a:defRPr sz="1200" b="1">
                <a:solidFill>
                  <a:srgbClr val="F3F5F6"/>
                </a:solidFill>
                <a:latin typeface="Arial"/>
                <a:ea typeface="Arial"/>
                <a:cs typeface="Arial"/>
              </a:defRPr>
            </a:lvl2pPr>
            <a:lvl3pPr algn="l">
              <a:defRPr sz="1200" b="1">
                <a:solidFill>
                  <a:srgbClr val="F3F5F6"/>
                </a:solidFill>
                <a:latin typeface="Arial"/>
                <a:ea typeface="Arial"/>
                <a:cs typeface="Arial"/>
              </a:defRPr>
            </a:lvl3pPr>
            <a:lvl4pPr algn="l">
              <a:defRPr sz="1200" b="1">
                <a:solidFill>
                  <a:srgbClr val="F3F5F6"/>
                </a:solidFill>
                <a:latin typeface="Arial"/>
                <a:ea typeface="Arial"/>
                <a:cs typeface="Arial"/>
              </a:defRPr>
            </a:lvl4pPr>
            <a:lvl5pPr algn="l">
              <a:defRPr sz="1200" b="1">
                <a:solidFill>
                  <a:srgbClr val="F3F5F6"/>
                </a:solidFill>
                <a:latin typeface="Arial"/>
                <a:ea typeface="Arial"/>
                <a:cs typeface="Arial"/>
              </a:defRPr>
            </a:lvl5pPr>
            <a:lvl6pPr algn="l">
              <a:defRPr sz="1200" b="1">
                <a:solidFill>
                  <a:srgbClr val="F3F5F6"/>
                </a:solidFill>
                <a:latin typeface="Arial"/>
                <a:ea typeface="Arial"/>
                <a:cs typeface="Arial"/>
              </a:defRPr>
            </a:lvl6pPr>
            <a:lvl7pPr algn="l">
              <a:defRPr sz="1200" b="1">
                <a:solidFill>
                  <a:srgbClr val="F3F5F6"/>
                </a:solidFill>
                <a:latin typeface="Arial"/>
                <a:ea typeface="Arial"/>
                <a:cs typeface="Arial"/>
              </a:defRPr>
            </a:lvl7pPr>
            <a:lvl8pPr algn="l">
              <a:defRPr sz="1200" b="1">
                <a:solidFill>
                  <a:srgbClr val="F3F5F6"/>
                </a:solidFill>
                <a:latin typeface="Arial"/>
                <a:ea typeface="Arial"/>
                <a:cs typeface="Arial"/>
              </a:defRPr>
            </a:lvl8pPr>
            <a:lvl9pPr algn="l">
              <a:defRPr sz="1200" b="1">
                <a:solidFill>
                  <a:srgbClr val="F3F5F6"/>
                </a:solidFill>
                <a:latin typeface="Arial"/>
                <a:ea typeface="Arial"/>
                <a:cs typeface="Arial"/>
              </a:defRPr>
            </a:lvl9pPr>
          </a:lstStyle>
          <a:p xmlns:a="http://schemas.openxmlformats.org/drawingml/2006/main">
            <a:pPr algn="l">
              <a:defRPr sz="1200" b="1">
                <a:solidFill>
                  <a:srgbClr val="F3F5F6"/>
                </a:solidFill>
                <a:latin typeface="Arial"/>
                <a:ea typeface="Arial"/>
                <a:cs typeface="Arial"/>
              </a:defRPr>
            </a:pPr>
            <a:r>
              <a:rPr sz="1200" b="1">
                <a:solidFill>
                  <a:srgbClr val="F3F5F6"/>
                </a:solidFill>
                <a:latin typeface="Arial"/>
                <a:ea typeface="Arial"/>
                <a:cs typeface="Arial"/>
              </a:rPr>
              <a:t>Grad-CAM: Visual Explanations from Deep Networks via Gradient-based Localization. ICCV.</a:t>
            </a:r>
          </a:p>
        </p:txBody>
      </p:sp>
      <p:sp>
        <p:nvSpPr>
          <p:cNvPr id="21" name="">
            <a:extLst xmlns:a="http://schemas.openxmlformats.org/drawingml/2006/main">
              <a:ext uri="{FF2B5EF4-FFF2-40B4-BE49-F238E27FC236}">
                <a16:creationId xmlns:a16="http://schemas.microsoft.com/office/drawing/2014/main" id="{92BCCAA8-3BC2-4103-9532-674648B9D11C}"/>
              </a:ext>
            </a:extLst>
          </p:cNvPr>
          <p:cNvSpPr>
            <a:spLocks xmlns:a="http://schemas.openxmlformats.org/drawingml/2006/main" noGrp="1"/>
          </p:cNvSpPr>
          <p:nvPr/>
        </p:nvSpPr>
        <p:spPr>
          <a:xfrm xmlns:a="http://schemas.openxmlformats.org/drawingml/2006/main">
            <a:off x="3238500" y="4657725"/>
            <a:ext cx="795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B7C4CA"/>
                </a:solidFill>
                <a:latin typeface="Arial"/>
                <a:ea typeface="Arial"/>
                <a:cs typeface="Arial"/>
              </a:defRPr>
            </a:defPPr>
            <a:lvl1pPr algn="l">
              <a:defRPr sz="900" b="0">
                <a:solidFill>
                  <a:srgbClr val="B7C4CA"/>
                </a:solidFill>
                <a:latin typeface="Arial"/>
                <a:ea typeface="Arial"/>
                <a:cs typeface="Arial"/>
              </a:defRPr>
            </a:lvl1pPr>
            <a:lvl2pPr algn="l">
              <a:defRPr sz="900" b="0">
                <a:solidFill>
                  <a:srgbClr val="B7C4CA"/>
                </a:solidFill>
                <a:latin typeface="Arial"/>
                <a:ea typeface="Arial"/>
                <a:cs typeface="Arial"/>
              </a:defRPr>
            </a:lvl2pPr>
            <a:lvl3pPr algn="l">
              <a:defRPr sz="900" b="0">
                <a:solidFill>
                  <a:srgbClr val="B7C4CA"/>
                </a:solidFill>
                <a:latin typeface="Arial"/>
                <a:ea typeface="Arial"/>
                <a:cs typeface="Arial"/>
              </a:defRPr>
            </a:lvl3pPr>
            <a:lvl4pPr algn="l">
              <a:defRPr sz="900" b="0">
                <a:solidFill>
                  <a:srgbClr val="B7C4CA"/>
                </a:solidFill>
                <a:latin typeface="Arial"/>
                <a:ea typeface="Arial"/>
                <a:cs typeface="Arial"/>
              </a:defRPr>
            </a:lvl4pPr>
            <a:lvl5pPr algn="l">
              <a:defRPr sz="900" b="0">
                <a:solidFill>
                  <a:srgbClr val="B7C4CA"/>
                </a:solidFill>
                <a:latin typeface="Arial"/>
                <a:ea typeface="Arial"/>
                <a:cs typeface="Arial"/>
              </a:defRPr>
            </a:lvl5pPr>
            <a:lvl6pPr algn="l">
              <a:defRPr sz="900" b="0">
                <a:solidFill>
                  <a:srgbClr val="B7C4CA"/>
                </a:solidFill>
                <a:latin typeface="Arial"/>
                <a:ea typeface="Arial"/>
                <a:cs typeface="Arial"/>
              </a:defRPr>
            </a:lvl6pPr>
            <a:lvl7pPr algn="l">
              <a:defRPr sz="900" b="0">
                <a:solidFill>
                  <a:srgbClr val="B7C4CA"/>
                </a:solidFill>
                <a:latin typeface="Arial"/>
                <a:ea typeface="Arial"/>
                <a:cs typeface="Arial"/>
              </a:defRPr>
            </a:lvl7pPr>
            <a:lvl8pPr algn="l">
              <a:defRPr sz="900" b="0">
                <a:solidFill>
                  <a:srgbClr val="B7C4CA"/>
                </a:solidFill>
                <a:latin typeface="Arial"/>
                <a:ea typeface="Arial"/>
                <a:cs typeface="Arial"/>
              </a:defRPr>
            </a:lvl8pPr>
            <a:lvl9pPr algn="l">
              <a:defRPr sz="900" b="0">
                <a:solidFill>
                  <a:srgbClr val="B7C4CA"/>
                </a:solidFill>
                <a:latin typeface="Arial"/>
                <a:ea typeface="Arial"/>
                <a:cs typeface="Arial"/>
              </a:defRPr>
            </a:lvl9pPr>
          </a:lstStyle>
          <a:p xmlns:a="http://schemas.openxmlformats.org/drawingml/2006/main">
            <a:pPr algn="l">
              <a:defRPr sz="900" b="0">
                <a:solidFill>
                  <a:srgbClr val="B7C4CA"/>
                </a:solidFill>
                <a:latin typeface="Arial"/>
                <a:ea typeface="Arial"/>
                <a:cs typeface="Arial"/>
              </a:defRPr>
            </a:pPr>
            <a:r>
              <a:rPr sz="900" b="0">
                <a:solidFill>
                  <a:srgbClr val="B7C4CA"/>
                </a:solidFill>
                <a:latin typeface="Arial"/>
                <a:ea typeface="Arial"/>
                <a:cs typeface="Arial"/>
              </a:rPr>
              <a:t>arxiv.org/abs/1610.02391</a:t>
            </a:r>
          </a:p>
        </p:txBody>
      </p:sp>
      <p:sp>
        <p:nvSpPr>
          <p:cNvPr id="22" name="">
            <a:extLst xmlns:a="http://schemas.openxmlformats.org/drawingml/2006/main">
              <a:ext uri="{FF2B5EF4-FFF2-40B4-BE49-F238E27FC236}">
                <a16:creationId xmlns:a16="http://schemas.microsoft.com/office/drawing/2014/main" id="{2A39D03A-B153-4271-89CE-DEA5E53ADF0A}"/>
              </a:ext>
            </a:extLst>
          </p:cNvPr>
          <p:cNvSpPr>
            <a:spLocks xmlns:a="http://schemas.openxmlformats.org/drawingml/2006/main" noGrp="1"/>
          </p:cNvSpPr>
          <p:nvPr/>
        </p:nvSpPr>
        <p:spPr>
          <a:xfrm xmlns:a="http://schemas.openxmlformats.org/drawingml/2006/main">
            <a:off x="590550" y="5153025"/>
            <a:ext cx="11010900" cy="762000"/>
          </a:xfrm>
          <a:prstGeom xmlns:a="http://schemas.openxmlformats.org/drawingml/2006/main" prst="roundRect">
            <a:avLst>
              <a:gd name="adj" fmla="val 10000"/>
            </a:avLst>
          </a:prstGeom>
          <a:solidFill xmlns:a="http://schemas.openxmlformats.org/drawingml/2006/main">
            <a:srgbClr val="192630"/>
          </a:solidFill>
          <a:ln xmlns:a="http://schemas.openxmlformats.org/drawingml/2006/main" w="9525">
            <a:solidFill>
              <a:srgbClr val="40515B"/>
            </a:solidFill>
            <a:prstDash val="solid"/>
          </a:ln>
        </p:spPr>
      </p:sp>
      <p:sp>
        <p:nvSpPr>
          <p:cNvPr id="23" name="">
            <a:extLst xmlns:a="http://schemas.openxmlformats.org/drawingml/2006/main">
              <a:ext uri="{FF2B5EF4-FFF2-40B4-BE49-F238E27FC236}">
                <a16:creationId xmlns:a16="http://schemas.microsoft.com/office/drawing/2014/main" id="{142F11A2-5A2B-4574-8C4A-3A5E2BBF39D8}"/>
              </a:ext>
            </a:extLst>
          </p:cNvPr>
          <p:cNvSpPr>
            <a:spLocks xmlns:a="http://schemas.openxmlformats.org/drawingml/2006/main" noGrp="1"/>
          </p:cNvSpPr>
          <p:nvPr/>
        </p:nvSpPr>
        <p:spPr>
          <a:xfrm xmlns:a="http://schemas.openxmlformats.org/drawingml/2006/main">
            <a:off x="781050" y="52578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43D9C3"/>
                </a:solidFill>
                <a:latin typeface="Arial"/>
                <a:ea typeface="Arial"/>
                <a:cs typeface="Arial"/>
              </a:defRPr>
            </a:defPPr>
            <a:lvl1pPr algn="l">
              <a:defRPr sz="1200" b="1">
                <a:solidFill>
                  <a:srgbClr val="43D9C3"/>
                </a:solidFill>
                <a:latin typeface="Arial"/>
                <a:ea typeface="Arial"/>
                <a:cs typeface="Arial"/>
              </a:defRPr>
            </a:lvl1pPr>
            <a:lvl2pPr algn="l">
              <a:defRPr sz="1200" b="1">
                <a:solidFill>
                  <a:srgbClr val="43D9C3"/>
                </a:solidFill>
                <a:latin typeface="Arial"/>
                <a:ea typeface="Arial"/>
                <a:cs typeface="Arial"/>
              </a:defRPr>
            </a:lvl2pPr>
            <a:lvl3pPr algn="l">
              <a:defRPr sz="1200" b="1">
                <a:solidFill>
                  <a:srgbClr val="43D9C3"/>
                </a:solidFill>
                <a:latin typeface="Arial"/>
                <a:ea typeface="Arial"/>
                <a:cs typeface="Arial"/>
              </a:defRPr>
            </a:lvl3pPr>
            <a:lvl4pPr algn="l">
              <a:defRPr sz="1200" b="1">
                <a:solidFill>
                  <a:srgbClr val="43D9C3"/>
                </a:solidFill>
                <a:latin typeface="Arial"/>
                <a:ea typeface="Arial"/>
                <a:cs typeface="Arial"/>
              </a:defRPr>
            </a:lvl4pPr>
            <a:lvl5pPr algn="l">
              <a:defRPr sz="1200" b="1">
                <a:solidFill>
                  <a:srgbClr val="43D9C3"/>
                </a:solidFill>
                <a:latin typeface="Arial"/>
                <a:ea typeface="Arial"/>
                <a:cs typeface="Arial"/>
              </a:defRPr>
            </a:lvl5pPr>
            <a:lvl6pPr algn="l">
              <a:defRPr sz="1200" b="1">
                <a:solidFill>
                  <a:srgbClr val="43D9C3"/>
                </a:solidFill>
                <a:latin typeface="Arial"/>
                <a:ea typeface="Arial"/>
                <a:cs typeface="Arial"/>
              </a:defRPr>
            </a:lvl6pPr>
            <a:lvl7pPr algn="l">
              <a:defRPr sz="1200" b="1">
                <a:solidFill>
                  <a:srgbClr val="43D9C3"/>
                </a:solidFill>
                <a:latin typeface="Arial"/>
                <a:ea typeface="Arial"/>
                <a:cs typeface="Arial"/>
              </a:defRPr>
            </a:lvl7pPr>
            <a:lvl8pPr algn="l">
              <a:defRPr sz="1200" b="1">
                <a:solidFill>
                  <a:srgbClr val="43D9C3"/>
                </a:solidFill>
                <a:latin typeface="Arial"/>
                <a:ea typeface="Arial"/>
                <a:cs typeface="Arial"/>
              </a:defRPr>
            </a:lvl8pPr>
            <a:lvl9pPr algn="l">
              <a:defRPr sz="1200" b="1">
                <a:solidFill>
                  <a:srgbClr val="43D9C3"/>
                </a:solidFill>
                <a:latin typeface="Arial"/>
                <a:ea typeface="Arial"/>
                <a:cs typeface="Arial"/>
              </a:defRPr>
            </a:lvl9pPr>
          </a:lstStyle>
          <a:p xmlns:a="http://schemas.openxmlformats.org/drawingml/2006/main">
            <a:pPr algn="l">
              <a:defRPr sz="1200" b="1">
                <a:solidFill>
                  <a:srgbClr val="43D9C3"/>
                </a:solidFill>
                <a:latin typeface="Arial"/>
                <a:ea typeface="Arial"/>
                <a:cs typeface="Arial"/>
              </a:defRPr>
            </a:pPr>
            <a:r>
              <a:rPr sz="1200" b="1">
                <a:solidFill>
                  <a:srgbClr val="43D9C3"/>
                </a:solidFill>
                <a:latin typeface="Arial"/>
                <a:ea typeface="Arial"/>
                <a:cs typeface="Arial"/>
              </a:rPr>
              <a:t>TRUEFRAME project</a:t>
            </a:r>
          </a:p>
        </p:txBody>
      </p:sp>
      <p:sp>
        <p:nvSpPr>
          <p:cNvPr id="24" name="">
            <a:extLst xmlns:a="http://schemas.openxmlformats.org/drawingml/2006/main">
              <a:ext uri="{FF2B5EF4-FFF2-40B4-BE49-F238E27FC236}">
                <a16:creationId xmlns:a16="http://schemas.microsoft.com/office/drawing/2014/main" id="{DAC670BB-F5BA-4C20-9817-0EE77C4F66AD}"/>
              </a:ext>
            </a:extLst>
          </p:cNvPr>
          <p:cNvSpPr>
            <a:spLocks xmlns:a="http://schemas.openxmlformats.org/drawingml/2006/main" noGrp="1"/>
          </p:cNvSpPr>
          <p:nvPr/>
        </p:nvSpPr>
        <p:spPr>
          <a:xfrm xmlns:a="http://schemas.openxmlformats.org/drawingml/2006/main">
            <a:off x="3238500" y="5248275"/>
            <a:ext cx="795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3F5F6"/>
                </a:solidFill>
                <a:latin typeface="Arial"/>
                <a:ea typeface="Arial"/>
                <a:cs typeface="Arial"/>
              </a:defRPr>
            </a:defPPr>
            <a:lvl1pPr algn="l">
              <a:defRPr sz="1200" b="1">
                <a:solidFill>
                  <a:srgbClr val="F3F5F6"/>
                </a:solidFill>
                <a:latin typeface="Arial"/>
                <a:ea typeface="Arial"/>
                <a:cs typeface="Arial"/>
              </a:defRPr>
            </a:lvl1pPr>
            <a:lvl2pPr algn="l">
              <a:defRPr sz="1200" b="1">
                <a:solidFill>
                  <a:srgbClr val="F3F5F6"/>
                </a:solidFill>
                <a:latin typeface="Arial"/>
                <a:ea typeface="Arial"/>
                <a:cs typeface="Arial"/>
              </a:defRPr>
            </a:lvl2pPr>
            <a:lvl3pPr algn="l">
              <a:defRPr sz="1200" b="1">
                <a:solidFill>
                  <a:srgbClr val="F3F5F6"/>
                </a:solidFill>
                <a:latin typeface="Arial"/>
                <a:ea typeface="Arial"/>
                <a:cs typeface="Arial"/>
              </a:defRPr>
            </a:lvl3pPr>
            <a:lvl4pPr algn="l">
              <a:defRPr sz="1200" b="1">
                <a:solidFill>
                  <a:srgbClr val="F3F5F6"/>
                </a:solidFill>
                <a:latin typeface="Arial"/>
                <a:ea typeface="Arial"/>
                <a:cs typeface="Arial"/>
              </a:defRPr>
            </a:lvl4pPr>
            <a:lvl5pPr algn="l">
              <a:defRPr sz="1200" b="1">
                <a:solidFill>
                  <a:srgbClr val="F3F5F6"/>
                </a:solidFill>
                <a:latin typeface="Arial"/>
                <a:ea typeface="Arial"/>
                <a:cs typeface="Arial"/>
              </a:defRPr>
            </a:lvl5pPr>
            <a:lvl6pPr algn="l">
              <a:defRPr sz="1200" b="1">
                <a:solidFill>
                  <a:srgbClr val="F3F5F6"/>
                </a:solidFill>
                <a:latin typeface="Arial"/>
                <a:ea typeface="Arial"/>
                <a:cs typeface="Arial"/>
              </a:defRPr>
            </a:lvl6pPr>
            <a:lvl7pPr algn="l">
              <a:defRPr sz="1200" b="1">
                <a:solidFill>
                  <a:srgbClr val="F3F5F6"/>
                </a:solidFill>
                <a:latin typeface="Arial"/>
                <a:ea typeface="Arial"/>
                <a:cs typeface="Arial"/>
              </a:defRPr>
            </a:lvl7pPr>
            <a:lvl8pPr algn="l">
              <a:defRPr sz="1200" b="1">
                <a:solidFill>
                  <a:srgbClr val="F3F5F6"/>
                </a:solidFill>
                <a:latin typeface="Arial"/>
                <a:ea typeface="Arial"/>
                <a:cs typeface="Arial"/>
              </a:defRPr>
            </a:lvl8pPr>
            <a:lvl9pPr algn="l">
              <a:defRPr sz="1200" b="1">
                <a:solidFill>
                  <a:srgbClr val="F3F5F6"/>
                </a:solidFill>
                <a:latin typeface="Arial"/>
                <a:ea typeface="Arial"/>
                <a:cs typeface="Arial"/>
              </a:defRPr>
            </a:lvl9pPr>
          </a:lstStyle>
          <a:p xmlns:a="http://schemas.openxmlformats.org/drawingml/2006/main">
            <a:pPr algn="l">
              <a:defRPr sz="1200" b="1">
                <a:solidFill>
                  <a:srgbClr val="F3F5F6"/>
                </a:solidFill>
                <a:latin typeface="Arial"/>
                <a:ea typeface="Arial"/>
                <a:cs typeface="Arial"/>
              </a:defRPr>
            </a:pPr>
            <a:r>
              <a:rPr sz="1200" b="1">
                <a:solidFill>
                  <a:srgbClr val="F3F5F6"/>
                </a:solidFill>
                <a:latin typeface="Arial"/>
                <a:ea typeface="Arial"/>
                <a:cs typeface="Arial"/>
              </a:rPr>
              <a:t>README.md, train.py, dataset.py, build_manifest.py, inference.py and Grad-CAM / forensic modules.</a:t>
            </a:r>
          </a:p>
        </p:txBody>
      </p:sp>
      <p:sp>
        <p:nvSpPr>
          <p:cNvPr id="25" name="">
            <a:extLst xmlns:a="http://schemas.openxmlformats.org/drawingml/2006/main">
              <a:ext uri="{FF2B5EF4-FFF2-40B4-BE49-F238E27FC236}">
                <a16:creationId xmlns:a16="http://schemas.microsoft.com/office/drawing/2014/main" id="{670B6E41-8B83-4C02-96B1-E47637E8B0DD}"/>
              </a:ext>
            </a:extLst>
          </p:cNvPr>
          <p:cNvSpPr>
            <a:spLocks xmlns:a="http://schemas.openxmlformats.org/drawingml/2006/main" noGrp="1"/>
          </p:cNvSpPr>
          <p:nvPr/>
        </p:nvSpPr>
        <p:spPr>
          <a:xfrm xmlns:a="http://schemas.openxmlformats.org/drawingml/2006/main">
            <a:off x="3238500" y="5553075"/>
            <a:ext cx="795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B7C4CA"/>
                </a:solidFill>
                <a:latin typeface="Arial"/>
                <a:ea typeface="Arial"/>
                <a:cs typeface="Arial"/>
              </a:defRPr>
            </a:defPPr>
            <a:lvl1pPr algn="l">
              <a:defRPr sz="900" b="0">
                <a:solidFill>
                  <a:srgbClr val="B7C4CA"/>
                </a:solidFill>
                <a:latin typeface="Arial"/>
                <a:ea typeface="Arial"/>
                <a:cs typeface="Arial"/>
              </a:defRPr>
            </a:lvl1pPr>
            <a:lvl2pPr algn="l">
              <a:defRPr sz="900" b="0">
                <a:solidFill>
                  <a:srgbClr val="B7C4CA"/>
                </a:solidFill>
                <a:latin typeface="Arial"/>
                <a:ea typeface="Arial"/>
                <a:cs typeface="Arial"/>
              </a:defRPr>
            </a:lvl2pPr>
            <a:lvl3pPr algn="l">
              <a:defRPr sz="900" b="0">
                <a:solidFill>
                  <a:srgbClr val="B7C4CA"/>
                </a:solidFill>
                <a:latin typeface="Arial"/>
                <a:ea typeface="Arial"/>
                <a:cs typeface="Arial"/>
              </a:defRPr>
            </a:lvl3pPr>
            <a:lvl4pPr algn="l">
              <a:defRPr sz="900" b="0">
                <a:solidFill>
                  <a:srgbClr val="B7C4CA"/>
                </a:solidFill>
                <a:latin typeface="Arial"/>
                <a:ea typeface="Arial"/>
                <a:cs typeface="Arial"/>
              </a:defRPr>
            </a:lvl4pPr>
            <a:lvl5pPr algn="l">
              <a:defRPr sz="900" b="0">
                <a:solidFill>
                  <a:srgbClr val="B7C4CA"/>
                </a:solidFill>
                <a:latin typeface="Arial"/>
                <a:ea typeface="Arial"/>
                <a:cs typeface="Arial"/>
              </a:defRPr>
            </a:lvl5pPr>
            <a:lvl6pPr algn="l">
              <a:defRPr sz="900" b="0">
                <a:solidFill>
                  <a:srgbClr val="B7C4CA"/>
                </a:solidFill>
                <a:latin typeface="Arial"/>
                <a:ea typeface="Arial"/>
                <a:cs typeface="Arial"/>
              </a:defRPr>
            </a:lvl6pPr>
            <a:lvl7pPr algn="l">
              <a:defRPr sz="900" b="0">
                <a:solidFill>
                  <a:srgbClr val="B7C4CA"/>
                </a:solidFill>
                <a:latin typeface="Arial"/>
                <a:ea typeface="Arial"/>
                <a:cs typeface="Arial"/>
              </a:defRPr>
            </a:lvl7pPr>
            <a:lvl8pPr algn="l">
              <a:defRPr sz="900" b="0">
                <a:solidFill>
                  <a:srgbClr val="B7C4CA"/>
                </a:solidFill>
                <a:latin typeface="Arial"/>
                <a:ea typeface="Arial"/>
                <a:cs typeface="Arial"/>
              </a:defRPr>
            </a:lvl8pPr>
            <a:lvl9pPr algn="l">
              <a:defRPr sz="900" b="0">
                <a:solidFill>
                  <a:srgbClr val="B7C4CA"/>
                </a:solidFill>
                <a:latin typeface="Arial"/>
                <a:ea typeface="Arial"/>
                <a:cs typeface="Arial"/>
              </a:defRPr>
            </a:lvl9pPr>
          </a:lstStyle>
          <a:p xmlns:a="http://schemas.openxmlformats.org/drawingml/2006/main">
            <a:pPr algn="l">
              <a:defRPr sz="900" b="0">
                <a:solidFill>
                  <a:srgbClr val="B7C4CA"/>
                </a:solidFill>
                <a:latin typeface="Arial"/>
                <a:ea typeface="Arial"/>
                <a:cs typeface="Arial"/>
              </a:defRPr>
            </a:pPr>
            <a:r>
              <a:rPr sz="900" b="0">
                <a:solidFill>
                  <a:srgbClr val="B7C4CA"/>
                </a:solidFill>
                <a:latin typeface="Arial"/>
                <a:ea typeface="Arial"/>
                <a:cs typeface="Arial"/>
              </a:rPr>
              <a:t>Local implementation and protocol documentation</a:t>
            </a:r>
          </a:p>
        </p:txBody>
      </p:sp>
      <p:sp>
        <p:nvSpPr>
          <p:cNvPr id="26" name="">
            <a:extLst xmlns:a="http://schemas.openxmlformats.org/drawingml/2006/main">
              <a:ext uri="{FF2B5EF4-FFF2-40B4-BE49-F238E27FC236}">
                <a16:creationId xmlns:a16="http://schemas.microsoft.com/office/drawing/2014/main" id="{99DCD0F4-5D2D-4480-AB82-A6F661F5F7AF}"/>
              </a:ext>
            </a:extLst>
          </p:cNvPr>
          <p:cNvSpPr>
            <a:spLocks xmlns:a="http://schemas.openxmlformats.org/drawingml/2006/main" noGrp="1"/>
          </p:cNvSpPr>
          <p:nvPr/>
        </p:nvSpPr>
        <p:spPr>
          <a:xfrm xmlns:a="http://schemas.openxmlformats.org/drawingml/2006/main">
            <a:off x="619125" y="60960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FFB454"/>
                </a:solidFill>
                <a:latin typeface="Arial"/>
                <a:ea typeface="Arial"/>
                <a:cs typeface="Arial"/>
              </a:defRPr>
            </a:defPPr>
            <a:lvl1pPr algn="l">
              <a:defRPr sz="1125" b="1">
                <a:solidFill>
                  <a:srgbClr val="FFB454"/>
                </a:solidFill>
                <a:latin typeface="Arial"/>
                <a:ea typeface="Arial"/>
                <a:cs typeface="Arial"/>
              </a:defRPr>
            </a:lvl1pPr>
            <a:lvl2pPr algn="l">
              <a:defRPr sz="1125" b="1">
                <a:solidFill>
                  <a:srgbClr val="FFB454"/>
                </a:solidFill>
                <a:latin typeface="Arial"/>
                <a:ea typeface="Arial"/>
                <a:cs typeface="Arial"/>
              </a:defRPr>
            </a:lvl2pPr>
            <a:lvl3pPr algn="l">
              <a:defRPr sz="1125" b="1">
                <a:solidFill>
                  <a:srgbClr val="FFB454"/>
                </a:solidFill>
                <a:latin typeface="Arial"/>
                <a:ea typeface="Arial"/>
                <a:cs typeface="Arial"/>
              </a:defRPr>
            </a:lvl3pPr>
            <a:lvl4pPr algn="l">
              <a:defRPr sz="1125" b="1">
                <a:solidFill>
                  <a:srgbClr val="FFB454"/>
                </a:solidFill>
                <a:latin typeface="Arial"/>
                <a:ea typeface="Arial"/>
                <a:cs typeface="Arial"/>
              </a:defRPr>
            </a:lvl4pPr>
            <a:lvl5pPr algn="l">
              <a:defRPr sz="1125" b="1">
                <a:solidFill>
                  <a:srgbClr val="FFB454"/>
                </a:solidFill>
                <a:latin typeface="Arial"/>
                <a:ea typeface="Arial"/>
                <a:cs typeface="Arial"/>
              </a:defRPr>
            </a:lvl5pPr>
            <a:lvl6pPr algn="l">
              <a:defRPr sz="1125" b="1">
                <a:solidFill>
                  <a:srgbClr val="FFB454"/>
                </a:solidFill>
                <a:latin typeface="Arial"/>
                <a:ea typeface="Arial"/>
                <a:cs typeface="Arial"/>
              </a:defRPr>
            </a:lvl6pPr>
            <a:lvl7pPr algn="l">
              <a:defRPr sz="1125" b="1">
                <a:solidFill>
                  <a:srgbClr val="FFB454"/>
                </a:solidFill>
                <a:latin typeface="Arial"/>
                <a:ea typeface="Arial"/>
                <a:cs typeface="Arial"/>
              </a:defRPr>
            </a:lvl7pPr>
            <a:lvl8pPr algn="l">
              <a:defRPr sz="1125" b="1">
                <a:solidFill>
                  <a:srgbClr val="FFB454"/>
                </a:solidFill>
                <a:latin typeface="Arial"/>
                <a:ea typeface="Arial"/>
                <a:cs typeface="Arial"/>
              </a:defRPr>
            </a:lvl8pPr>
            <a:lvl9pPr algn="l">
              <a:defRPr sz="1125" b="1">
                <a:solidFill>
                  <a:srgbClr val="FFB454"/>
                </a:solidFill>
                <a:latin typeface="Arial"/>
                <a:ea typeface="Arial"/>
                <a:cs typeface="Arial"/>
              </a:defRPr>
            </a:lvl9pPr>
          </a:lstStyle>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Research papers provide method context; they do not validate the current demo checkpoint.</a:t>
            </a:r>
          </a:p>
        </p:txBody>
      </p:sp>
    </p:spTree>
    <p:extLst>
      <p:ext uri="{BB962C8B-B14F-4D97-AF65-F5344CB8AC3E}">
        <p14:creationId xmlns:p14="http://schemas.microsoft.com/office/powerpoint/2010/main" val="6577382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2026-10-26T03:54:21.9690000Z</dcterms:created>
  <dcterms:modified xsi:type="dcterms:W3CDTF">2026-10-26T03:54:21.9700000Z</dcterms:modified>
</coreProperties>
</file>